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2" r:id="rId4"/>
  </p:sldMasterIdLst>
  <p:notesMasterIdLst>
    <p:notesMasterId r:id="rId22"/>
  </p:notesMasterIdLst>
  <p:handoutMasterIdLst>
    <p:handoutMasterId r:id="rId23"/>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vision: Arrays, Stacks, Queues &amp; Naming Conventions" id="{C4EE0109-6BA8-4A07-8AE2-8C880E885B8F}">
          <p14:sldIdLst>
            <p14:sldId id="2561"/>
          </p14:sldIdLst>
        </p14:section>
        <p14:section name="Introduction and Objectives" id="{678B783E-3042-4447-8086-0156381D75A8}">
          <p14:sldIdLst>
            <p14:sldId id="2562"/>
            <p14:sldId id="2563"/>
          </p14:sldIdLst>
        </p14:section>
        <p14:section name="Arrays in Python" id="{8543B6B9-05ED-47FA-B3E5-7AD9AD49BDAF}">
          <p14:sldIdLst>
            <p14:sldId id="2564"/>
            <p14:sldId id="2565"/>
            <p14:sldId id="2566"/>
          </p14:sldIdLst>
        </p14:section>
        <p14:section name="Stacks" id="{D51D8CFF-3D2D-456A-A77F-43401B3468B2}">
          <p14:sldIdLst>
            <p14:sldId id="2567"/>
            <p14:sldId id="2568"/>
            <p14:sldId id="2569"/>
          </p14:sldIdLst>
        </p14:section>
        <p14:section name="Queues" id="{30F5520A-E581-4C4B-A037-D606B215E36B}">
          <p14:sldIdLst>
            <p14:sldId id="2570"/>
            <p14:sldId id="2571"/>
            <p14:sldId id="2572"/>
          </p14:sldIdLst>
        </p14:section>
        <p14:section name="Naming Conventions" id="{346323A7-136D-4B0F-9CF9-E3DD7CEF9C11}">
          <p14:sldIdLst>
            <p14:sldId id="2573"/>
            <p14:sldId id="2574"/>
            <p14:sldId id="2575"/>
          </p14:sldIdLst>
        </p14:section>
        <p14:section name="Summary and Wrap-Up" id="{BE96DB04-096E-4DE7-9D6B-CA2F02DD8003}">
          <p14:sldIdLst>
            <p14:sldId id="2576"/>
            <p14:sldId id="257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9941987A-41B7-49AC-EE6E-03F2D0BD95BA}" name="Daria Naidenov" initials="DN" userId="S::danaidenov@microsoft.com::ab38ab5f-bdf0-4774-ae5a-d2782abb2027" providerId="AD"/>
  <p188:author id="{05079B93-9652-6626-7181-414354FAD15D}" name="Sher Dionisio" initials="SD" userId="Sher Dionisio" providerId="None"/>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DBD9"/>
    <a:srgbClr val="FFE6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9B3766-8EC0-4406-BE5C-AC34007FA9AF}" v="20" dt="2025-12-02T19:01:33.8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862" autoAdjust="0"/>
    <p:restoredTop sz="94749"/>
  </p:normalViewPr>
  <p:slideViewPr>
    <p:cSldViewPr showGuides="1">
      <p:cViewPr>
        <p:scale>
          <a:sx n="100" d="100"/>
          <a:sy n="100" d="100"/>
        </p:scale>
        <p:origin x="-802" y="-389"/>
      </p:cViewPr>
      <p:guideLst>
        <p:guide orient="horz" pos="2160"/>
        <p:guide pos="3840"/>
      </p:guideLst>
    </p:cSldViewPr>
  </p:slideViewPr>
  <p:notesTextViewPr>
    <p:cViewPr>
      <p:scale>
        <a:sx n="1" d="1"/>
        <a:sy n="1" d="1"/>
      </p:scale>
      <p:origin x="0" y="0"/>
    </p:cViewPr>
  </p:notesTextViewPr>
  <p:sorterViewPr>
    <p:cViewPr>
      <p:scale>
        <a:sx n="1" d="1"/>
        <a:sy n="1" d="1"/>
      </p:scale>
      <p:origin x="0" y="-21892"/>
    </p:cViewPr>
  </p:sorterViewPr>
  <p:notesViewPr>
    <p:cSldViewPr>
      <p:cViewPr varScale="1">
        <p:scale>
          <a:sx n="87" d="100"/>
          <a:sy n="87" d="100"/>
        </p:scale>
        <p:origin x="700" y="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12/2/2025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216968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Session Overview and Learning Goals</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4289299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session is designed for Level 3 learners and will last for 1 hour and 30 minutes. The primary goal is to help students revise key concepts in data structures and coding standards, specifically focusing on Arrays, Stacks, Queues, and naming conventions in Python. By the end of the session, learners should be able to understand the theoretical foundations of these structures, implement them in Python, and apply best practices for naming variables, functions, and classes. The session will include interactive activities, coding exercises, and discussions to reinforce understanding. Objectives include: understanding arrays and their operations, implementing stacks and queues using Python lists and collections, and applying proper naming conventions to improve code readability and maintainability. The session will also emphasize practical coding examples and encourage learners to actively participate in hands-on exercises to solidify their knowledge.</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1362493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Arrays and Their Operations, Activity: Array Manipulation in Python</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4198425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Arrays are fundamental data structures that store elements in contiguous memory locations, allowing efficient access and manipulation. In Python, arrays are typically represented using lists, which are dynamic and can grow or shrink as needed. Key operations include adding elements using append(), removing elements with remove() or pop(), and accessing elements through indexing and slicing. Arrays are useful for storing ordered collections of data such as numbers or strings. For example, an array can be created as my_array = [1, 2, 3, 4], and operations like my_array.append(5) or my_array[1:3] can be performed. Understanding arrays is essential because they form the basis for more complex data structures like stacks and queues. During this section, learners will explore how arrays work internally, their advantages and limitations, and how Python's list implementation differs from static arrays in languages like C or Java.</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1347037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this activity, learners will write a Python program to practice array operations. The steps include: 1) Create an array of five numbers, 2) Add a new number to the array using append(), 3) Remove the second element using pop() or del, and 4) Print the final array to verify changes. This exercise reinforces understanding of dynamic array behavior and basic list operations in Python. Learners should also experiment with slicing and indexing to retrieve subsets of data. After completing the task, students will discuss how arrays differ from other data structures and why they are suitable for certain applications. This hands-on activity ensures learners can apply theoretical concepts in practical coding scenarios.</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40991076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Concept and Implementation of Stacks, Activity: Implementing Stack Operations</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524300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Stacks are a linear data structure that follows the Last In, First Out (LIFO) principle, meaning the last element added is the first to be removed. Common operations include push (adding an element) and pop (removing the top element). In Python, stacks can be implemented using lists, where append() acts as push and pop() removes the last element. For example: stack = [], stack.append(10), stack.pop(). Stacks are widely used in scenarios such as function call management, undo mechanisms in editors, and expression evaluation. Understanding stacks helps learners grasp how data can be organized and accessed in a controlled manner. This section will explain the concept, demonstrate Python implementation, and discuss real-world applications.</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24492518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Learners will implement a stack in Python and perform basic operations. The task involves creating an empty stack, adding three elements using append(), removing one element using pop(), and printing the stack after each operation to observe changes. This activity reinforces the LIFO concept and demonstrates how Python lists can serve as stacks. Students will also be encouraged to think about error handling, such as what happens when pop() is called on an empty stack. After completing the exercise, learners will discuss practical applications of stacks and how they differ from arrays and queues.</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18033348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Concept and Implementation of Queues, Activity: Building a Queue in Python</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4052384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Queues are a linear data structure that follows the First In, First Out (FIFO) principle, meaning the first element added is the first to be removed. In Python, queues can be implemented using the collections.deque class, which provides efficient append and popleft operations. For example: from collections import deque; queue = deque(); queue.append(10); queue.popleft(). Queues are commonly used in scheduling tasks, managing resources, and handling requests in systems. This section will explain the concept, demonstrate Python implementation, and highlight differences between queues and stacks. Learners will understand why queues are essential for scenarios requiring ordered processing.</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1661766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this activity, learners will create a queue using collections.deque and perform basic operations. The steps include adding three elements using append(), removing one element using popleft(), and printing the queue after each operation. This exercise helps learners understand FIFO behavior and how Python's deque simplifies queue implementation. Students will also discuss real-world applications of queues, such as print job management and customer service systems. This hands-on practice ensures learners can apply theoretical knowledge in coding tasks.</a:t>
            </a: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35587973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Best Practices for Naming in Python, Activity: Improving Code Readability</a:t>
            </a:r>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10177492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Naming conventions are essential for writing clean, readable, and maintainable code. In Python, variables and functions should use lowercase_with_underscores, classes should follow CapitalizedWords (PascalCase), and constants should be written in ALL_CAPS. Meaningful names help convey the purpose of variables and functions, reducing confusion and improving collaboration. For example, use student_scores instead of ss or calculate_average() instead of func1(). This section will explain why naming conventions matter, provide examples of good and bad practices, and discuss how consistent naming improves code quality and teamwork.</a:t>
            </a:r>
          </a:p>
        </p:txBody>
      </p:sp>
      <p:sp>
        <p:nvSpPr>
          <p:cNvPr id="4" name="Slide Number Placeholder 3"/>
          <p:cNvSpPr>
            <a:spLocks noGrp="1"/>
          </p:cNvSpPr>
          <p:nvPr>
            <p:ph type="sldNum" sz="quarter" idx="5"/>
          </p:nvPr>
        </p:nvSpPr>
        <p:spPr/>
        <p:txBody>
          <a:bodyPr/>
          <a:lstStyle/>
          <a:p>
            <a:fld id="{38EFF46E-6B43-41F9-9272-B566D03A251C}" type="slidenum">
              <a:rPr lang="en-US" smtClean="0"/>
              <a:t>14</a:t>
            </a:fld>
            <a:endParaRPr lang="en-US"/>
          </a:p>
        </p:txBody>
      </p:sp>
    </p:spTree>
    <p:extLst>
      <p:ext uri="{BB962C8B-B14F-4D97-AF65-F5344CB8AC3E}">
        <p14:creationId xmlns:p14="http://schemas.microsoft.com/office/powerpoint/2010/main" val="2113024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Learners will review a piece of poorly named Python code and suggest improvements based on naming conventions. The activity involves identifying unclear variable names, renaming them to meaningful alternatives, and discussing the impact on readability. This exercise emphasizes the importance of clarity and consistency in coding. After completing the task, students will share their revised code and reflect on how naming conventions contribute to better software development practices.</a:t>
            </a:r>
          </a:p>
        </p:txBody>
      </p:sp>
      <p:sp>
        <p:nvSpPr>
          <p:cNvPr id="4" name="Slide Number Placeholder 3"/>
          <p:cNvSpPr>
            <a:spLocks noGrp="1"/>
          </p:cNvSpPr>
          <p:nvPr>
            <p:ph type="sldNum" sz="quarter" idx="5"/>
          </p:nvPr>
        </p:nvSpPr>
        <p:spPr/>
        <p:txBody>
          <a:bodyPr/>
          <a:lstStyle/>
          <a:p>
            <a:fld id="{38EFF46E-6B43-41F9-9272-B566D03A251C}" type="slidenum">
              <a:rPr lang="en-US" smtClean="0"/>
              <a:t>15</a:t>
            </a:fld>
            <a:endParaRPr lang="en-US"/>
          </a:p>
        </p:txBody>
      </p:sp>
    </p:spTree>
    <p:extLst>
      <p:ext uri="{BB962C8B-B14F-4D97-AF65-F5344CB8AC3E}">
        <p14:creationId xmlns:p14="http://schemas.microsoft.com/office/powerpoint/2010/main" val="23488711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Takeaways and Final Thoughts</a:t>
            </a:r>
          </a:p>
        </p:txBody>
      </p:sp>
      <p:sp>
        <p:nvSpPr>
          <p:cNvPr id="4" name="Slide Number Placeholder 3"/>
          <p:cNvSpPr>
            <a:spLocks noGrp="1"/>
          </p:cNvSpPr>
          <p:nvPr>
            <p:ph type="sldNum" sz="quarter" idx="5"/>
          </p:nvPr>
        </p:nvSpPr>
        <p:spPr/>
        <p:txBody>
          <a:bodyPr/>
          <a:lstStyle/>
          <a:p>
            <a:fld id="{38EFF46E-6B43-41F9-9272-B566D03A251C}" type="slidenum">
              <a:rPr lang="en-US" smtClean="0"/>
              <a:t>16</a:t>
            </a:fld>
            <a:endParaRPr lang="en-US"/>
          </a:p>
        </p:txBody>
      </p:sp>
    </p:spTree>
    <p:extLst>
      <p:ext uri="{BB962C8B-B14F-4D97-AF65-F5344CB8AC3E}">
        <p14:creationId xmlns:p14="http://schemas.microsoft.com/office/powerpoint/2010/main" val="3541775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this session, learners explored arrays, stacks, queues, and naming conventions in Python. Arrays serve as dynamic lists for storing ordered data, stacks follow the LIFO principle for controlled access, and queues implement FIFO for orderly processing. Naming conventions ensure code clarity and maintainability. Through hands-on activities, learners practiced implementing these structures and applying best practices. The key takeaway is that understanding these fundamental concepts and coding standards is crucial for building efficient and readable programs. Learners are encouraged to continue practicing these concepts and apply them in real-world projects to strengthen their programming skills.</a:t>
            </a:r>
          </a:p>
        </p:txBody>
      </p:sp>
      <p:sp>
        <p:nvSpPr>
          <p:cNvPr id="4" name="Slide Number Placeholder 3"/>
          <p:cNvSpPr>
            <a:spLocks noGrp="1"/>
          </p:cNvSpPr>
          <p:nvPr>
            <p:ph type="sldNum" sz="quarter" idx="5"/>
          </p:nvPr>
        </p:nvSpPr>
        <p:spPr/>
        <p:txBody>
          <a:bodyPr/>
          <a:lstStyle/>
          <a:p>
            <a:fld id="{38EFF46E-6B43-41F9-9272-B566D03A251C}" type="slidenum">
              <a:rPr lang="en-US" smtClean="0"/>
              <a:t>17</a:t>
            </a:fld>
            <a:endParaRPr lang="en-US"/>
          </a:p>
        </p:txBody>
      </p:sp>
    </p:spTree>
    <p:extLst>
      <p:ext uri="{BB962C8B-B14F-4D97-AF65-F5344CB8AC3E}">
        <p14:creationId xmlns:p14="http://schemas.microsoft.com/office/powerpoint/2010/main" val="37942873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77005" y="1016955"/>
            <a:ext cx="9140954" cy="3346590"/>
          </a:xfrm>
          <a:prstGeom prst="rect">
            <a:avLst/>
          </a:prstGeom>
        </p:spPr>
        <p:txBody>
          <a:bodyPr vert="horz" lIns="91440" tIns="45720" rIns="91440" bIns="45720" rtlCol="0" anchor="t">
            <a:normAutofit/>
          </a:bodyPr>
          <a:lstStyle>
            <a:lvl1pPr>
              <a:defRPr lang="en-US" sz="7200" cap="all" baseline="0" dirty="0">
                <a:solidFill>
                  <a:schemeClr val="bg1"/>
                </a:solidFill>
                <a:latin typeface="+mj-lt"/>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2963" y="4869030"/>
            <a:ext cx="7152030" cy="987254"/>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82023" cy="365760"/>
          </a:xfrm>
          <a:prstGeom prst="rect">
            <a:avLst/>
          </a:prstGeom>
        </p:spPr>
        <p:txBody>
          <a:bodyPr/>
          <a:lstStyle>
            <a:lvl1pPr>
              <a:defRPr>
                <a:solidFill>
                  <a:schemeClr val="bg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77000"/>
            <a:ext cx="1885955" cy="381000"/>
          </a:xfrm>
          <a:prstGeom prst="rect">
            <a:avLst/>
          </a:prstGeom>
        </p:spPr>
        <p:txBody>
          <a:bodyPr/>
          <a:lstStyle>
            <a:lvl1pPr>
              <a:defRPr>
                <a:solidFill>
                  <a:schemeClr val="bg1"/>
                </a:solidFill>
              </a:defRPr>
            </a:lvl1pPr>
          </a:lstStyle>
          <a:p>
            <a:fld id="{795E4919-E033-41C8-AEE2-17504250F7D3}" type="datetime1">
              <a:rPr lang="en-US" smtClean="0"/>
              <a:t>12/2/2025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1" cy="365761"/>
          </a:xfrm>
          <a:prstGeom prst="rect">
            <a:avLst/>
          </a:prstGeom>
        </p:spPr>
        <p:txBody>
          <a:bodyPr/>
          <a:lstStyle>
            <a:lvl1pPr>
              <a:defRPr>
                <a:solidFill>
                  <a:schemeClr val="bg1"/>
                </a:solidFill>
              </a:defRPr>
            </a:lvl1pPr>
          </a:lstStyle>
          <a:p>
            <a:fld id="{AEAA3239-9EA4-4A65-A281-97F994456D9F}" type="slidenum">
              <a:rPr lang="en-US" smtClean="0"/>
              <a:pPr/>
              <a:t>‹#›</a:t>
            </a:fld>
            <a:endParaRPr lang="en-US"/>
          </a:p>
        </p:txBody>
      </p:sp>
      <p:sp>
        <p:nvSpPr>
          <p:cNvPr id="7" name="Rectangle 6">
            <a:extLst>
              <a:ext uri="{FF2B5EF4-FFF2-40B4-BE49-F238E27FC236}">
                <a16:creationId xmlns:a16="http://schemas.microsoft.com/office/drawing/2014/main" id="{6631FF2A-9DA0-DC5C-0C53-91FDE15093DD}"/>
              </a:ext>
            </a:extLst>
          </p:cNvPr>
          <p:cNvSpPr/>
          <p:nvPr userDrawn="1"/>
        </p:nvSpPr>
        <p:spPr>
          <a:xfrm>
            <a:off x="9110040" y="6155911"/>
            <a:ext cx="308195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CA4208E-B529-0934-86E0-24278D43C68A}"/>
              </a:ext>
            </a:extLst>
          </p:cNvPr>
          <p:cNvSpPr/>
          <p:nvPr userDrawn="1"/>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26579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746759"/>
          </a:xfrm>
          <a:prstGeom prst="rect">
            <a:avLst/>
          </a:prstGeom>
        </p:spPr>
        <p:txBody>
          <a:bodyPr anchor="t">
            <a:normAutofit/>
          </a:bodyPr>
          <a:lstStyle>
            <a:lvl1pPr>
              <a:defRPr sz="3600" cap="all" baseline="0"/>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3398" y="1748474"/>
            <a:ext cx="11125202" cy="47285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a:extLst>
              <a:ext uri="{FF2B5EF4-FFF2-40B4-BE49-F238E27FC236}">
                <a16:creationId xmlns:a16="http://schemas.microsoft.com/office/drawing/2014/main" id="{E5526932-58BC-3B05-A619-8FE2BA7973DD}"/>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Placeholder 8">
            <a:extLst>
              <a:ext uri="{FF2B5EF4-FFF2-40B4-BE49-F238E27FC236}">
                <a16:creationId xmlns:a16="http://schemas.microsoft.com/office/drawing/2014/main" id="{E4751EC6-9764-CDDF-E8BC-793AD483E0A9}"/>
              </a:ext>
            </a:extLst>
          </p:cNvPr>
          <p:cNvSpPr>
            <a:spLocks noGrp="1"/>
          </p:cNvSpPr>
          <p:nvPr>
            <p:ph type="ftr" sz="quarter" idx="11"/>
          </p:nvPr>
        </p:nvSpPr>
        <p:spPr/>
        <p:txBody>
          <a:bodyPr/>
          <a:lstStyle/>
          <a:p>
            <a:r>
              <a:rPr lang="en-US"/>
              <a:t>Presentation title</a:t>
            </a:r>
            <a:endParaRPr lang="en-US" dirty="0"/>
          </a:p>
        </p:txBody>
      </p:sp>
      <p:sp>
        <p:nvSpPr>
          <p:cNvPr id="8" name="Date Placeholder 7">
            <a:extLst>
              <a:ext uri="{FF2B5EF4-FFF2-40B4-BE49-F238E27FC236}">
                <a16:creationId xmlns:a16="http://schemas.microsoft.com/office/drawing/2014/main" id="{DA395EC9-5212-9F09-E9FA-0AB62AFB6D99}"/>
              </a:ext>
            </a:extLst>
          </p:cNvPr>
          <p:cNvSpPr>
            <a:spLocks noGrp="1"/>
          </p:cNvSpPr>
          <p:nvPr>
            <p:ph type="dt" sz="half" idx="10"/>
          </p:nvPr>
        </p:nvSpPr>
        <p:spPr/>
        <p:txBody>
          <a:bodyPr/>
          <a:lstStyle/>
          <a:p>
            <a:fld id="{35F68458-1A7A-4A29-A16B-4424C6D3B5E6}" type="datetime1">
              <a:rPr lang="en-US" smtClean="0"/>
              <a:pPr/>
              <a:t>12/2/2025</a:t>
            </a:fld>
            <a:endParaRPr lang="en-US" dirty="0"/>
          </a:p>
        </p:txBody>
      </p:sp>
      <p:sp>
        <p:nvSpPr>
          <p:cNvPr id="10" name="Slide Number Placeholder 9">
            <a:extLst>
              <a:ext uri="{FF2B5EF4-FFF2-40B4-BE49-F238E27FC236}">
                <a16:creationId xmlns:a16="http://schemas.microsoft.com/office/drawing/2014/main" id="{286E48EB-E81D-8C6A-DBE6-738017E5A734}"/>
              </a:ext>
            </a:extLst>
          </p:cNvPr>
          <p:cNvSpPr>
            <a:spLocks noGrp="1"/>
          </p:cNvSpPr>
          <p:nvPr>
            <p:ph type="sldNum" sz="quarter" idx="12"/>
          </p:nvPr>
        </p:nvSpPr>
        <p:spPr/>
        <p:txBody>
          <a:body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968099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399" y="1016955"/>
            <a:ext cx="10081590" cy="4107810"/>
          </a:xfrm>
          <a:prstGeom prst="rect">
            <a:avLst/>
          </a:prstGeom>
        </p:spPr>
        <p:txBody>
          <a:bodyPr vert="horz" lIns="91440" tIns="45720" rIns="91440" bIns="45720" rtlCol="0" anchor="t">
            <a:normAutofit/>
          </a:bodyPr>
          <a:lstStyle>
            <a:lvl1pPr>
              <a:defRPr lang="en-US" sz="7200" cap="all" baseline="0" dirty="0"/>
            </a:lvl1pPr>
          </a:lstStyle>
          <a:p>
            <a:pPr lvl="0"/>
            <a:r>
              <a:rPr lang="en-US" dirty="0"/>
              <a:t>Click to edit Master title style</a:t>
            </a:r>
          </a:p>
        </p:txBody>
      </p:sp>
      <p:sp>
        <p:nvSpPr>
          <p:cNvPr id="7" name="Subtitle 2">
            <a:extLst>
              <a:ext uri="{FF2B5EF4-FFF2-40B4-BE49-F238E27FC236}">
                <a16:creationId xmlns:a16="http://schemas.microsoft.com/office/drawing/2014/main" id="{2930CEB7-507A-2133-3BE2-B0991FE7D41C}"/>
              </a:ext>
            </a:extLst>
          </p:cNvPr>
          <p:cNvSpPr>
            <a:spLocks noGrp="1"/>
          </p:cNvSpPr>
          <p:nvPr>
            <p:ph type="subTitle" idx="1"/>
          </p:nvPr>
        </p:nvSpPr>
        <p:spPr>
          <a:xfrm>
            <a:off x="533400" y="5512106"/>
            <a:ext cx="8077200" cy="799533"/>
          </a:xfrm>
          <a:prstGeom prst="rect">
            <a:avLst/>
          </a:prstGeom>
        </p:spPr>
        <p:txBody>
          <a:bodyPr vert="horz" lIns="91440" tIns="45720" rIns="91440" bIns="45720" rtlCol="0" anchor="b">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1"/>
            <a:ext cx="8582024" cy="365760"/>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38" y="6492240"/>
            <a:ext cx="1885950" cy="365760"/>
          </a:xfrm>
          <a:prstGeom prst="rect">
            <a:avLst/>
          </a:prstGeom>
        </p:spPr>
        <p:txBody>
          <a:bodyPr/>
          <a:lstStyle/>
          <a:p>
            <a:fld id="{E154CBDD-12B5-42B3-8744-E368527C5234}" type="datetime1">
              <a:rPr lang="en-US" smtClean="0"/>
              <a:t>12/2/2025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9" y="6492241"/>
            <a:ext cx="657222" cy="365760"/>
          </a:xfrm>
          <a:prstGeom prst="rect">
            <a:avLst/>
          </a:prstGeom>
        </p:spPr>
        <p:txBody>
          <a:bodyPr/>
          <a:lstStyle/>
          <a:p>
            <a:fld id="{AEAA3239-9EA4-4A65-A281-97F994456D9F}" type="slidenum">
              <a:rPr lang="en-US" smtClean="0"/>
              <a:t>‹#›</a:t>
            </a:fld>
            <a:endParaRPr lang="en-US" dirty="0"/>
          </a:p>
        </p:txBody>
      </p:sp>
      <p:sp>
        <p:nvSpPr>
          <p:cNvPr id="33" name="Rectangle 32">
            <a:extLst>
              <a:ext uri="{FF2B5EF4-FFF2-40B4-BE49-F238E27FC236}">
                <a16:creationId xmlns:a16="http://schemas.microsoft.com/office/drawing/2014/main" id="{53165057-EFFF-A71A-8F8B-BE52F9862DDA}"/>
              </a:ext>
            </a:extLst>
          </p:cNvPr>
          <p:cNvSpPr/>
          <p:nvPr userDrawn="1"/>
        </p:nvSpPr>
        <p:spPr>
          <a:xfrm>
            <a:off x="63403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628131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D84BC10-B3F5-D240-EE9E-FD483EA0C28D}"/>
              </a:ext>
            </a:extLst>
          </p:cNvPr>
          <p:cNvSpPr>
            <a:spLocks noGrp="1"/>
          </p:cNvSpPr>
          <p:nvPr>
            <p:ph type="title"/>
          </p:nvPr>
        </p:nvSpPr>
        <p:spPr>
          <a:xfrm>
            <a:off x="3462963" y="2971799"/>
            <a:ext cx="8229600" cy="3414423"/>
          </a:xfrm>
        </p:spPr>
        <p:txBody>
          <a:bodyPr anchor="b">
            <a:normAutofit/>
          </a:bodyPr>
          <a:lstStyle>
            <a:lvl1pPr>
              <a:defRPr sz="7200" cap="all" baseline="0"/>
            </a:lvl1pPr>
          </a:lstStyle>
          <a:p>
            <a:r>
              <a:rPr lang="en-US" dirty="0"/>
              <a:t>Click to edit Master title style</a:t>
            </a:r>
          </a:p>
        </p:txBody>
      </p:sp>
      <p:sp>
        <p:nvSpPr>
          <p:cNvPr id="12" name="Subtitle 2">
            <a:extLst>
              <a:ext uri="{FF2B5EF4-FFF2-40B4-BE49-F238E27FC236}">
                <a16:creationId xmlns:a16="http://schemas.microsoft.com/office/drawing/2014/main" id="{6DDFAAAD-A24C-B422-BCF6-2575C836C476}"/>
              </a:ext>
            </a:extLst>
          </p:cNvPr>
          <p:cNvSpPr>
            <a:spLocks noGrp="1"/>
          </p:cNvSpPr>
          <p:nvPr>
            <p:ph type="subTitle" idx="1"/>
          </p:nvPr>
        </p:nvSpPr>
        <p:spPr>
          <a:xfrm>
            <a:off x="533400" y="1016955"/>
            <a:ext cx="7924797" cy="1128714"/>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8576636" cy="381001"/>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25" y="6476999"/>
            <a:ext cx="1885957" cy="381001"/>
          </a:xfrm>
          <a:prstGeom prst="rect">
            <a:avLst/>
          </a:prstGeom>
        </p:spPr>
        <p:txBody>
          <a:bodyPr/>
          <a:lstStyle/>
          <a:p>
            <a:fld id="{087CC088-4090-4963-BC4C-B0CE10E22E2D}" type="datetime1">
              <a:rPr lang="en-US" smtClean="0"/>
              <a:t>12/2/2025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4" y="6477000"/>
            <a:ext cx="657226" cy="381001"/>
          </a:xfrm>
          <a:prstGeom prst="rect">
            <a:avLst/>
          </a:prstGeom>
        </p:spPr>
        <p:txBody>
          <a:bodyPr/>
          <a:lstStyle/>
          <a:p>
            <a:fld id="{AEAA3239-9EA4-4A65-A281-97F994456D9F}" type="slidenum">
              <a:rPr lang="en-US" smtClean="0"/>
              <a:t>‹#›</a:t>
            </a:fld>
            <a:endParaRPr lang="en-US" dirty="0"/>
          </a:p>
        </p:txBody>
      </p:sp>
      <p:sp>
        <p:nvSpPr>
          <p:cNvPr id="7" name="Rectangle 6">
            <a:extLst>
              <a:ext uri="{FF2B5EF4-FFF2-40B4-BE49-F238E27FC236}">
                <a16:creationId xmlns:a16="http://schemas.microsoft.com/office/drawing/2014/main" id="{7D5DF1A9-E718-252B-7EF1-E97806A4003A}"/>
              </a:ext>
            </a:extLst>
          </p:cNvPr>
          <p:cNvSpPr/>
          <p:nvPr userDrawn="1"/>
        </p:nvSpPr>
        <p:spPr>
          <a:xfrm>
            <a:off x="634034" y="568300"/>
            <a:ext cx="11557965"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084035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4572000"/>
            <a:ext cx="11125201" cy="1112520"/>
          </a:xfrm>
          <a:prstGeom prst="rect">
            <a:avLst/>
          </a:prstGeom>
        </p:spPr>
        <p:txBody>
          <a:bodyPr vert="horz" lIns="91440" tIns="45720" rIns="91440" bIns="45720" rtlCol="0" anchor="b">
            <a:noAutofit/>
          </a:bodyPr>
          <a:lstStyle>
            <a:lvl1pPr>
              <a:defRPr lang="en-US" sz="7200" cap="all" baseline="0" dirty="0">
                <a:solidFill>
                  <a:schemeClr val="tx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0" y="5715000"/>
            <a:ext cx="11125201" cy="53340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3981764"/>
          </a:xfrm>
          <a:prstGeom prst="rect">
            <a:avLst/>
          </a:prstGeom>
          <a:blipFill dpi="0" rotWithShape="1">
            <a:blip r:embed="rId2">
              <a:alphaModFix amt="60000"/>
            </a:blip>
            <a:srcRect/>
            <a:stretch>
              <a:fillRect t="-419" b="-419"/>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533399" y="6477000"/>
            <a:ext cx="8576637" cy="381001"/>
          </a:xfrm>
          <a:prstGeom prst="rect">
            <a:avLst/>
          </a:prstGeom>
        </p:spPr>
        <p:txBody>
          <a:bodyPr/>
          <a:lstStyle>
            <a:lvl1pPr>
              <a:defRPr>
                <a:solidFill>
                  <a:schemeClr val="tx2"/>
                </a:solidFill>
              </a:defRPr>
            </a:lvl1pPr>
          </a:lstStyle>
          <a:p>
            <a:r>
              <a:rPr lang="en-US"/>
              <a:t>Presentation title</a:t>
            </a:r>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9110036" y="6476999"/>
            <a:ext cx="1880548" cy="381001"/>
          </a:xfrm>
          <a:prstGeom prst="rect">
            <a:avLst/>
          </a:prstGeom>
        </p:spPr>
        <p:txBody>
          <a:bodyPr/>
          <a:lstStyle>
            <a:lvl1pPr>
              <a:defRPr>
                <a:solidFill>
                  <a:schemeClr val="tx2"/>
                </a:solidFill>
              </a:defRPr>
            </a:lvl1pPr>
          </a:lstStyle>
          <a:p>
            <a:fld id="{6F2562D4-D383-4177-95F1-F65B47D1CEF7}" type="datetime1">
              <a:rPr lang="en-US" smtClean="0"/>
              <a:t>12/2/2025</a:t>
            </a:fld>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0995976" y="6477000"/>
            <a:ext cx="662624"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786385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bg1"/>
        </a:solidFill>
        <a:effectLst/>
      </p:bgPr>
    </p:bg>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9C059A73-AC6C-7029-5CFB-0E0B30AD317B}"/>
              </a:ext>
            </a:extLst>
          </p:cNvPr>
          <p:cNvSpPr/>
          <p:nvPr/>
        </p:nvSpPr>
        <p:spPr>
          <a:xfrm>
            <a:off x="6843095" y="0"/>
            <a:ext cx="534890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24093" y="1016955"/>
            <a:ext cx="4434507" cy="3726810"/>
          </a:xfrm>
          <a:prstGeom prst="rect">
            <a:avLst/>
          </a:prstGeom>
        </p:spPr>
        <p:txBody>
          <a:bodyPr vert="horz" lIns="91440" tIns="45720" rIns="91440" bIns="45720" rtlCol="0" anchor="b">
            <a:normAutofit/>
          </a:bodyPr>
          <a:lstStyle>
            <a:lvl1pPr>
              <a:defRPr lang="en-US" sz="5000" cap="all" baseline="0" dirty="0">
                <a:solidFill>
                  <a:schemeClr val="bg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31247" y="5157623"/>
            <a:ext cx="4434506" cy="1090777"/>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8" name="Picture Placeholder 7">
            <a:extLst>
              <a:ext uri="{FF2B5EF4-FFF2-40B4-BE49-F238E27FC236}">
                <a16:creationId xmlns:a16="http://schemas.microsoft.com/office/drawing/2014/main" id="{46973B1C-74EE-7F51-CF89-E132D793F5B5}"/>
              </a:ext>
            </a:extLst>
          </p:cNvPr>
          <p:cNvSpPr>
            <a:spLocks noGrp="1"/>
          </p:cNvSpPr>
          <p:nvPr>
            <p:ph type="pic" sz="quarter" idx="14" hasCustomPrompt="1"/>
          </p:nvPr>
        </p:nvSpPr>
        <p:spPr>
          <a:xfrm>
            <a:off x="0" y="0"/>
            <a:ext cx="6843095" cy="6858000"/>
          </a:xfrm>
          <a:custGeom>
            <a:avLst/>
            <a:gdLst>
              <a:gd name="connsiteX0" fmla="*/ 0 w 6843095"/>
              <a:gd name="connsiteY0" fmla="*/ 629614 h 6858000"/>
              <a:gd name="connsiteX1" fmla="*/ 6843095 w 6843095"/>
              <a:gd name="connsiteY1" fmla="*/ 629614 h 6858000"/>
              <a:gd name="connsiteX2" fmla="*/ 6843095 w 6843095"/>
              <a:gd name="connsiteY2" fmla="*/ 6858000 h 6858000"/>
              <a:gd name="connsiteX3" fmla="*/ 0 w 6843095"/>
              <a:gd name="connsiteY3" fmla="*/ 6858000 h 6858000"/>
              <a:gd name="connsiteX4" fmla="*/ 0 w 6843095"/>
              <a:gd name="connsiteY4" fmla="*/ 0 h 6858000"/>
              <a:gd name="connsiteX5" fmla="*/ 6843095 w 6843095"/>
              <a:gd name="connsiteY5" fmla="*/ 0 h 6858000"/>
              <a:gd name="connsiteX6" fmla="*/ 6843095 w 6843095"/>
              <a:gd name="connsiteY6" fmla="*/ 565606 h 6858000"/>
              <a:gd name="connsiteX7" fmla="*/ 0 w 6843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43095" h="6858000">
                <a:moveTo>
                  <a:pt x="0" y="629614"/>
                </a:moveTo>
                <a:lnTo>
                  <a:pt x="6843095" y="629614"/>
                </a:lnTo>
                <a:lnTo>
                  <a:pt x="6843095" y="6858000"/>
                </a:lnTo>
                <a:lnTo>
                  <a:pt x="0" y="6858000"/>
                </a:lnTo>
                <a:close/>
                <a:moveTo>
                  <a:pt x="0" y="0"/>
                </a:moveTo>
                <a:lnTo>
                  <a:pt x="6843095" y="0"/>
                </a:lnTo>
                <a:lnTo>
                  <a:pt x="6843095"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224093" y="6477000"/>
            <a:ext cx="2828917" cy="381000"/>
          </a:xfrm>
          <a:prstGeom prst="rect">
            <a:avLst/>
          </a:prstGeom>
        </p:spPr>
        <p:txBody>
          <a:bodyPr/>
          <a:lstStyle>
            <a:lvl1pPr>
              <a:defRPr>
                <a:solidFill>
                  <a:schemeClr val="bg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398" y="6477000"/>
            <a:ext cx="937594" cy="381000"/>
          </a:xfrm>
          <a:prstGeom prst="rect">
            <a:avLst/>
          </a:prstGeom>
        </p:spPr>
        <p:txBody>
          <a:bodyPr/>
          <a:lstStyle>
            <a:lvl1pPr>
              <a:defRPr>
                <a:solidFill>
                  <a:schemeClr val="bg1"/>
                </a:solidFill>
                <a:effectLst/>
              </a:defRPr>
            </a:lvl1pPr>
          </a:lstStyle>
          <a:p>
            <a:fld id="{553FCE35-EF6C-4066-94B9-FDC76A5D930F}" type="datetime1">
              <a:rPr lang="en-US" smtClean="0"/>
              <a:t>12/2/2025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4" y="6492876"/>
            <a:ext cx="657226" cy="365125"/>
          </a:xfrm>
          <a:prstGeom prst="rect">
            <a:avLst/>
          </a:prstGeom>
        </p:spPr>
        <p:txBody>
          <a:bodyPr/>
          <a:lstStyle>
            <a:lvl1pPr>
              <a:defRPr>
                <a:solidFill>
                  <a:schemeClr val="bg1"/>
                </a:solidFill>
              </a:defRPr>
            </a:lvl1pPr>
          </a:lstStyle>
          <a:p>
            <a:fld id="{AEAA3239-9EA4-4A65-A281-97F994456D9F}" type="slidenum">
              <a:rPr lang="en-US" smtClean="0"/>
              <a:pPr/>
              <a:t>‹#›</a:t>
            </a:fld>
            <a:endParaRPr lang="en-US" dirty="0"/>
          </a:p>
        </p:txBody>
      </p:sp>
      <p:sp>
        <p:nvSpPr>
          <p:cNvPr id="38" name="Rectangle 37">
            <a:extLst>
              <a:ext uri="{FF2B5EF4-FFF2-40B4-BE49-F238E27FC236}">
                <a16:creationId xmlns:a16="http://schemas.microsoft.com/office/drawing/2014/main" id="{632554D8-9DAA-D834-ABC8-240BBF9CA28F}"/>
              </a:ext>
            </a:extLst>
          </p:cNvPr>
          <p:cNvSpPr/>
          <p:nvPr/>
        </p:nvSpPr>
        <p:spPr>
          <a:xfrm>
            <a:off x="6843096" y="565606"/>
            <a:ext cx="4811394"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93006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86071" y="1016955"/>
            <a:ext cx="3872530" cy="3726811"/>
          </a:xfrm>
          <a:prstGeom prst="rect">
            <a:avLst/>
          </a:prstGeom>
        </p:spPr>
        <p:txBody>
          <a:bodyPr vert="horz" lIns="91440" tIns="45720" rIns="91440" bIns="45720" rtlCol="0" anchor="t">
            <a:normAutofit/>
          </a:bodyPr>
          <a:lstStyle>
            <a:lvl1pPr>
              <a:defRPr lang="en-US" sz="5000" cap="all" baseline="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86071" y="5134926"/>
            <a:ext cx="3868420" cy="1113474"/>
          </a:xfrm>
          <a:prstGeom prst="rect">
            <a:avLst/>
          </a:prstGeom>
        </p:spPr>
        <p:txBody>
          <a:bodyPr vert="horz" lIns="91440" tIns="45720" rIns="91440" bIns="45720" rtlCol="0" anchor="b">
            <a:normAutofit/>
          </a:bodyPr>
          <a:lstStyle>
            <a:lvl1pPr marL="0" indent="0">
              <a:buNone/>
              <a:defRPr lang="en-US" sz="2000" b="1" i="0" dirty="0">
                <a:solidFill>
                  <a:schemeClr val="tx2"/>
                </a:solidFill>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77BE7EAD-CCCA-EA7C-0263-265AA3E43C5E}"/>
              </a:ext>
            </a:extLst>
          </p:cNvPr>
          <p:cNvSpPr>
            <a:spLocks noGrp="1"/>
          </p:cNvSpPr>
          <p:nvPr>
            <p:ph type="pic" sz="quarter" idx="14" hasCustomPrompt="1"/>
          </p:nvPr>
        </p:nvSpPr>
        <p:spPr>
          <a:xfrm>
            <a:off x="0" y="0"/>
            <a:ext cx="7224095" cy="6858000"/>
          </a:xfrm>
          <a:custGeom>
            <a:avLst/>
            <a:gdLst>
              <a:gd name="connsiteX0" fmla="*/ 0 w 7224095"/>
              <a:gd name="connsiteY0" fmla="*/ 629614 h 6858000"/>
              <a:gd name="connsiteX1" fmla="*/ 7224095 w 7224095"/>
              <a:gd name="connsiteY1" fmla="*/ 629614 h 6858000"/>
              <a:gd name="connsiteX2" fmla="*/ 7224095 w 7224095"/>
              <a:gd name="connsiteY2" fmla="*/ 6858000 h 6858000"/>
              <a:gd name="connsiteX3" fmla="*/ 0 w 7224095"/>
              <a:gd name="connsiteY3" fmla="*/ 6858000 h 6858000"/>
              <a:gd name="connsiteX4" fmla="*/ 0 w 7224095"/>
              <a:gd name="connsiteY4" fmla="*/ 0 h 6858000"/>
              <a:gd name="connsiteX5" fmla="*/ 7224095 w 7224095"/>
              <a:gd name="connsiteY5" fmla="*/ 0 h 6858000"/>
              <a:gd name="connsiteX6" fmla="*/ 7224095 w 7224095"/>
              <a:gd name="connsiteY6" fmla="*/ 565606 h 6858000"/>
              <a:gd name="connsiteX7" fmla="*/ 0 w 7224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24095" h="6858000">
                <a:moveTo>
                  <a:pt x="0" y="629614"/>
                </a:moveTo>
                <a:lnTo>
                  <a:pt x="7224095" y="629614"/>
                </a:lnTo>
                <a:lnTo>
                  <a:pt x="7224095" y="6858000"/>
                </a:lnTo>
                <a:lnTo>
                  <a:pt x="0" y="6858000"/>
                </a:lnTo>
                <a:close/>
                <a:moveTo>
                  <a:pt x="0" y="0"/>
                </a:moveTo>
                <a:lnTo>
                  <a:pt x="7224095" y="0"/>
                </a:lnTo>
                <a:lnTo>
                  <a:pt x="7224095"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167937" y="6476999"/>
            <a:ext cx="1895847" cy="381001"/>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2" y="6476999"/>
            <a:ext cx="937594" cy="381001"/>
          </a:xfrm>
          <a:prstGeom prst="rect">
            <a:avLst/>
          </a:prstGeom>
        </p:spPr>
        <p:txBody>
          <a:bodyPr/>
          <a:lstStyle>
            <a:lvl1pPr>
              <a:defRPr>
                <a:solidFill>
                  <a:schemeClr val="tx2"/>
                </a:solidFill>
                <a:effectLst/>
              </a:defRPr>
            </a:lvl1pPr>
          </a:lstStyle>
          <a:p>
            <a:fld id="{99C7A302-1799-4123-960A-AC3BB0278DAE}" type="datetime1">
              <a:rPr lang="en-US" smtClean="0"/>
              <a:t>12/2/2025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77000"/>
            <a:ext cx="657221"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9" name="Rectangle 8">
            <a:extLst>
              <a:ext uri="{FF2B5EF4-FFF2-40B4-BE49-F238E27FC236}">
                <a16:creationId xmlns:a16="http://schemas.microsoft.com/office/drawing/2014/main" id="{F879DE85-4541-95AA-B871-7CBAD2BA1550}"/>
              </a:ext>
            </a:extLst>
          </p:cNvPr>
          <p:cNvSpPr/>
          <p:nvPr userDrawn="1"/>
        </p:nvSpPr>
        <p:spPr>
          <a:xfrm>
            <a:off x="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76912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1016955"/>
            <a:ext cx="4429126" cy="3331896"/>
          </a:xfrm>
          <a:prstGeom prst="rect">
            <a:avLst/>
          </a:prstGeom>
        </p:spPr>
        <p:txBody>
          <a:bodyPr vert="horz" lIns="91440" tIns="45720" rIns="91440" bIns="45720" rtlCol="0" anchor="t">
            <a:normAutofit/>
          </a:bodyPr>
          <a:lstStyle>
            <a:lvl1pPr>
              <a:defRPr lang="en-US" sz="5000" cap="all" baseline="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0" y="4846320"/>
            <a:ext cx="3174160" cy="1465319"/>
          </a:xfrm>
          <a:prstGeom prst="rect">
            <a:avLst/>
          </a:prstGeom>
        </p:spPr>
        <p:txBody>
          <a:bodyPr vert="horz" lIns="91440" tIns="45720" rIns="91440" bIns="45720" rtlCol="0" anchor="b">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33400" y="6492240"/>
            <a:ext cx="2548562" cy="365760"/>
          </a:xfrm>
          <a:prstGeom prst="rect">
            <a:avLst/>
          </a:prstGeom>
        </p:spPr>
        <p:txBody>
          <a:bodyPr/>
          <a:lstStyle/>
          <a:p>
            <a:r>
              <a:rPr lang="en-US"/>
              <a:t>Presentation title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076577" y="6492240"/>
            <a:ext cx="689944" cy="365760"/>
          </a:xfrm>
          <a:prstGeom prst="rect">
            <a:avLst/>
          </a:prstGeom>
        </p:spPr>
        <p:txBody>
          <a:bodyPr/>
          <a:lstStyle/>
          <a:p>
            <a:fld id="{190C6F8C-60CC-4202-91FF-CD1CCD20CDA6}" type="datetime1">
              <a:rPr lang="en-US" smtClean="0"/>
              <a:t>12/2/2025</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1906" y="6492240"/>
            <a:ext cx="628645" cy="365760"/>
          </a:xfrm>
          <a:prstGeom prst="rect">
            <a:avLst/>
          </a:prstGeom>
        </p:spPr>
        <p:txBody>
          <a:bodyPr/>
          <a:lstStyle/>
          <a:p>
            <a:fld id="{AEAA3239-9EA4-4A65-A281-97F994456D9F}" type="slidenum">
              <a:rPr lang="en-US" smtClean="0"/>
              <a:t>‹#›</a:t>
            </a:fld>
            <a:endParaRPr lang="en-US" dirty="0"/>
          </a:p>
        </p:txBody>
      </p:sp>
      <p:sp>
        <p:nvSpPr>
          <p:cNvPr id="35" name="Picture Placeholder 34">
            <a:extLst>
              <a:ext uri="{FF2B5EF4-FFF2-40B4-BE49-F238E27FC236}">
                <a16:creationId xmlns:a16="http://schemas.microsoft.com/office/drawing/2014/main" id="{A08E6492-6236-5992-A07D-5116336E8427}"/>
              </a:ext>
            </a:extLst>
          </p:cNvPr>
          <p:cNvSpPr>
            <a:spLocks noGrp="1"/>
          </p:cNvSpPr>
          <p:nvPr>
            <p:ph type="pic" sz="quarter" idx="13" hasCustomPrompt="1"/>
          </p:nvPr>
        </p:nvSpPr>
        <p:spPr>
          <a:xfrm>
            <a:off x="5348910" y="0"/>
            <a:ext cx="6843089" cy="6858000"/>
          </a:xfrm>
          <a:custGeom>
            <a:avLst/>
            <a:gdLst>
              <a:gd name="connsiteX0" fmla="*/ 0 w 6843089"/>
              <a:gd name="connsiteY0" fmla="*/ 629614 h 6858000"/>
              <a:gd name="connsiteX1" fmla="*/ 6843089 w 6843089"/>
              <a:gd name="connsiteY1" fmla="*/ 629614 h 6858000"/>
              <a:gd name="connsiteX2" fmla="*/ 6843089 w 6843089"/>
              <a:gd name="connsiteY2" fmla="*/ 6858000 h 6858000"/>
              <a:gd name="connsiteX3" fmla="*/ 0 w 6843089"/>
              <a:gd name="connsiteY3" fmla="*/ 6858000 h 6858000"/>
              <a:gd name="connsiteX4" fmla="*/ 0 w 6843089"/>
              <a:gd name="connsiteY4" fmla="*/ 0 h 6858000"/>
              <a:gd name="connsiteX5" fmla="*/ 6843089 w 6843089"/>
              <a:gd name="connsiteY5" fmla="*/ 0 h 6858000"/>
              <a:gd name="connsiteX6" fmla="*/ 6843089 w 6843089"/>
              <a:gd name="connsiteY6" fmla="*/ 565606 h 6858000"/>
              <a:gd name="connsiteX7" fmla="*/ 0 w 6843089"/>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43089" h="6858000">
                <a:moveTo>
                  <a:pt x="0" y="629614"/>
                </a:moveTo>
                <a:lnTo>
                  <a:pt x="6843089" y="629614"/>
                </a:lnTo>
                <a:lnTo>
                  <a:pt x="6843089" y="6858000"/>
                </a:lnTo>
                <a:lnTo>
                  <a:pt x="0" y="6858000"/>
                </a:lnTo>
                <a:close/>
                <a:moveTo>
                  <a:pt x="0" y="0"/>
                </a:moveTo>
                <a:lnTo>
                  <a:pt x="6843089" y="0"/>
                </a:lnTo>
                <a:lnTo>
                  <a:pt x="6843089"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6" name="Rectangle 35">
            <a:extLst>
              <a:ext uri="{FF2B5EF4-FFF2-40B4-BE49-F238E27FC236}">
                <a16:creationId xmlns:a16="http://schemas.microsoft.com/office/drawing/2014/main" id="{AB9E1B0C-9687-1C2C-7103-072A38CFE3B8}"/>
              </a:ext>
            </a:extLst>
          </p:cNvPr>
          <p:cNvSpPr/>
          <p:nvPr/>
        </p:nvSpPr>
        <p:spPr>
          <a:xfrm>
            <a:off x="634030" y="565606"/>
            <a:ext cx="1155797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06639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79AA538-6584-1335-947D-99C9A0CA5A3D}"/>
              </a:ext>
            </a:extLst>
          </p:cNvPr>
          <p:cNvSpPr>
            <a:spLocks noGrp="1"/>
          </p:cNvSpPr>
          <p:nvPr>
            <p:ph type="title"/>
          </p:nvPr>
        </p:nvSpPr>
        <p:spPr>
          <a:xfrm>
            <a:off x="2128220" y="2689229"/>
            <a:ext cx="5101253" cy="3711571"/>
          </a:xfrm>
        </p:spPr>
        <p:txBody>
          <a:bodyPr anchor="b">
            <a:noAutofit/>
          </a:bodyPr>
          <a:lstStyle>
            <a:lvl1pPr>
              <a:defRPr sz="7200" cap="all" baseline="0"/>
            </a:lvl1pPr>
          </a:lstStyle>
          <a:p>
            <a:r>
              <a:rPr lang="en-US" dirty="0"/>
              <a:t>Click to edit Master title style</a:t>
            </a:r>
          </a:p>
        </p:txBody>
      </p:sp>
      <p:sp>
        <p:nvSpPr>
          <p:cNvPr id="11" name="Subtitle 2">
            <a:extLst>
              <a:ext uri="{FF2B5EF4-FFF2-40B4-BE49-F238E27FC236}">
                <a16:creationId xmlns:a16="http://schemas.microsoft.com/office/drawing/2014/main" id="{0136D812-C006-B109-4529-F43530D92A6E}"/>
              </a:ext>
            </a:extLst>
          </p:cNvPr>
          <p:cNvSpPr>
            <a:spLocks noGrp="1"/>
          </p:cNvSpPr>
          <p:nvPr>
            <p:ph type="subTitle" idx="1"/>
          </p:nvPr>
        </p:nvSpPr>
        <p:spPr>
          <a:xfrm>
            <a:off x="533400" y="1016957"/>
            <a:ext cx="6685515" cy="73152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4815506" cy="381001"/>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343525" y="6476999"/>
            <a:ext cx="1212771" cy="381001"/>
          </a:xfrm>
          <a:prstGeom prst="rect">
            <a:avLst/>
          </a:prstGeom>
        </p:spPr>
        <p:txBody>
          <a:bodyPr/>
          <a:lstStyle/>
          <a:p>
            <a:fld id="{00DF5560-89AD-437A-9E84-F44AEC0D58FA}" type="datetime1">
              <a:rPr lang="en-US" smtClean="0"/>
              <a:t>12/2/2025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561689" y="6477000"/>
            <a:ext cx="657226" cy="381001"/>
          </a:xfrm>
          <a:prstGeom prst="rect">
            <a:avLst/>
          </a:prstGeom>
        </p:spPr>
        <p:txBody>
          <a:bodyPr/>
          <a:lstStyle/>
          <a:p>
            <a:fld id="{AEAA3239-9EA4-4A65-A281-97F994456D9F}" type="slidenum">
              <a:rPr lang="en-US" smtClean="0"/>
              <a:t>‹#›</a:t>
            </a:fld>
            <a:endParaRPr lang="en-US" dirty="0"/>
          </a:p>
        </p:txBody>
      </p:sp>
      <p:sp>
        <p:nvSpPr>
          <p:cNvPr id="38" name="Picture Placeholder 37">
            <a:extLst>
              <a:ext uri="{FF2B5EF4-FFF2-40B4-BE49-F238E27FC236}">
                <a16:creationId xmlns:a16="http://schemas.microsoft.com/office/drawing/2014/main" id="{64E68E40-D2D1-8DA8-1BBA-34E89F479DF7}"/>
              </a:ext>
            </a:extLst>
          </p:cNvPr>
          <p:cNvSpPr>
            <a:spLocks noGrp="1"/>
          </p:cNvSpPr>
          <p:nvPr>
            <p:ph type="pic" sz="quarter" idx="13" hasCustomPrompt="1"/>
          </p:nvPr>
        </p:nvSpPr>
        <p:spPr>
          <a:xfrm>
            <a:off x="7786070" y="-2"/>
            <a:ext cx="4405930" cy="6858001"/>
          </a:xfrm>
          <a:custGeom>
            <a:avLst/>
            <a:gdLst>
              <a:gd name="connsiteX0" fmla="*/ 0 w 4405930"/>
              <a:gd name="connsiteY0" fmla="*/ 0 h 6858001"/>
              <a:gd name="connsiteX1" fmla="*/ 4405930 w 4405930"/>
              <a:gd name="connsiteY1" fmla="*/ 0 h 6858001"/>
              <a:gd name="connsiteX2" fmla="*/ 4405930 w 4405930"/>
              <a:gd name="connsiteY2" fmla="*/ 6858001 h 6858001"/>
              <a:gd name="connsiteX3" fmla="*/ 0 w 4405930"/>
              <a:gd name="connsiteY3" fmla="*/ 6858001 h 6858001"/>
              <a:gd name="connsiteX4" fmla="*/ 0 w 4405930"/>
              <a:gd name="connsiteY4" fmla="*/ 632310 h 6858001"/>
              <a:gd name="connsiteX5" fmla="*/ 4405929 w 4405930"/>
              <a:gd name="connsiteY5" fmla="*/ 632310 h 6858001"/>
              <a:gd name="connsiteX6" fmla="*/ 4405929 w 4405930"/>
              <a:gd name="connsiteY6" fmla="*/ 568302 h 6858001"/>
              <a:gd name="connsiteX7" fmla="*/ 0 w 4405930"/>
              <a:gd name="connsiteY7" fmla="*/ 568302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5930" h="6858001">
                <a:moveTo>
                  <a:pt x="0" y="0"/>
                </a:moveTo>
                <a:lnTo>
                  <a:pt x="4405930" y="0"/>
                </a:lnTo>
                <a:lnTo>
                  <a:pt x="4405930" y="6858001"/>
                </a:lnTo>
                <a:lnTo>
                  <a:pt x="0" y="6858001"/>
                </a:lnTo>
                <a:lnTo>
                  <a:pt x="0" y="632310"/>
                </a:lnTo>
                <a:lnTo>
                  <a:pt x="4405929" y="632310"/>
                </a:lnTo>
                <a:lnTo>
                  <a:pt x="4405929" y="568302"/>
                </a:lnTo>
                <a:lnTo>
                  <a:pt x="0" y="568302"/>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9" name="Rectangle 38">
            <a:extLst>
              <a:ext uri="{FF2B5EF4-FFF2-40B4-BE49-F238E27FC236}">
                <a16:creationId xmlns:a16="http://schemas.microsoft.com/office/drawing/2014/main" id="{031C6569-302F-A491-577D-85BBD3AFD160}"/>
              </a:ext>
            </a:extLst>
          </p:cNvPr>
          <p:cNvSpPr/>
          <p:nvPr/>
        </p:nvSpPr>
        <p:spPr>
          <a:xfrm>
            <a:off x="634034" y="568300"/>
            <a:ext cx="11557965"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2959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with Picture 6">
    <p:bg>
      <p:bgPr>
        <a:solidFill>
          <a:schemeClr val="bg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528339C4-3F0B-4FDE-331F-F8029E9A43FE}"/>
              </a:ext>
            </a:extLst>
          </p:cNvPr>
          <p:cNvSpPr/>
          <p:nvPr/>
        </p:nvSpPr>
        <p:spPr>
          <a:xfrm>
            <a:off x="0" y="0"/>
            <a:ext cx="778606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0BC36425-FDF2-F5CF-6A47-6FF03D432E73}"/>
              </a:ext>
            </a:extLst>
          </p:cNvPr>
          <p:cNvSpPr>
            <a:spLocks noGrp="1"/>
          </p:cNvSpPr>
          <p:nvPr>
            <p:ph type="title"/>
          </p:nvPr>
        </p:nvSpPr>
        <p:spPr>
          <a:xfrm>
            <a:off x="1571624" y="1016955"/>
            <a:ext cx="5657849" cy="2980050"/>
          </a:xfrm>
        </p:spPr>
        <p:txBody>
          <a:bodyPr>
            <a:noAutofit/>
          </a:bodyPr>
          <a:lstStyle>
            <a:lvl1pPr>
              <a:defRPr sz="7200" cap="all" baseline="0">
                <a:solidFill>
                  <a:schemeClr val="bg1"/>
                </a:solidFill>
              </a:defRPr>
            </a:lvl1pPr>
          </a:lstStyle>
          <a:p>
            <a:r>
              <a:rPr lang="en-US" dirty="0"/>
              <a:t>Click to edit Master title style</a:t>
            </a:r>
          </a:p>
        </p:txBody>
      </p:sp>
      <p:sp>
        <p:nvSpPr>
          <p:cNvPr id="13" name="Subtitle 2">
            <a:extLst>
              <a:ext uri="{FF2B5EF4-FFF2-40B4-BE49-F238E27FC236}">
                <a16:creationId xmlns:a16="http://schemas.microsoft.com/office/drawing/2014/main" id="{2100EADD-FAC0-B5A1-CE0F-C7DBBBB19153}"/>
              </a:ext>
            </a:extLst>
          </p:cNvPr>
          <p:cNvSpPr>
            <a:spLocks noGrp="1"/>
          </p:cNvSpPr>
          <p:nvPr>
            <p:ph type="subTitle" idx="1"/>
          </p:nvPr>
        </p:nvSpPr>
        <p:spPr>
          <a:xfrm>
            <a:off x="3457574" y="5013960"/>
            <a:ext cx="3761341" cy="842323"/>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4815506" cy="381001"/>
          </a:xfrm>
          <a:prstGeom prst="rect">
            <a:avLst/>
          </a:prstGeom>
        </p:spPr>
        <p:txBody>
          <a:bodyPr/>
          <a:lstStyle>
            <a:lvl1pPr>
              <a:defRPr>
                <a:solidFill>
                  <a:schemeClr val="bg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343525" y="6476999"/>
            <a:ext cx="1212771" cy="381001"/>
          </a:xfrm>
          <a:prstGeom prst="rect">
            <a:avLst/>
          </a:prstGeom>
        </p:spPr>
        <p:txBody>
          <a:bodyPr/>
          <a:lstStyle>
            <a:lvl1pPr>
              <a:defRPr>
                <a:solidFill>
                  <a:schemeClr val="bg1"/>
                </a:solidFill>
              </a:defRPr>
            </a:lvl1pPr>
          </a:lstStyle>
          <a:p>
            <a:fld id="{71FB5146-A057-4912-9A0A-2FE6D6C56141}" type="datetime1">
              <a:rPr lang="en-US" smtClean="0"/>
              <a:t>12/2/2025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561689" y="6477000"/>
            <a:ext cx="657226" cy="381001"/>
          </a:xfrm>
          <a:prstGeom prst="rect">
            <a:avLst/>
          </a:prstGeom>
        </p:spPr>
        <p:txBody>
          <a:bodyPr/>
          <a:lstStyle>
            <a:lvl1pPr>
              <a:defRPr>
                <a:solidFill>
                  <a:schemeClr val="bg1"/>
                </a:solidFill>
              </a:defRPr>
            </a:lvl1pPr>
          </a:lstStyle>
          <a:p>
            <a:fld id="{AEAA3239-9EA4-4A65-A281-97F994456D9F}" type="slidenum">
              <a:rPr lang="en-US" smtClean="0"/>
              <a:pPr/>
              <a:t>‹#›</a:t>
            </a:fld>
            <a:endParaRPr lang="en-US" dirty="0"/>
          </a:p>
        </p:txBody>
      </p:sp>
      <p:sp>
        <p:nvSpPr>
          <p:cNvPr id="44" name="Picture Placeholder 43">
            <a:extLst>
              <a:ext uri="{FF2B5EF4-FFF2-40B4-BE49-F238E27FC236}">
                <a16:creationId xmlns:a16="http://schemas.microsoft.com/office/drawing/2014/main" id="{B02236DF-7EF5-6F1F-81E2-5FBB5F770DDA}"/>
              </a:ext>
            </a:extLst>
          </p:cNvPr>
          <p:cNvSpPr>
            <a:spLocks noGrp="1"/>
          </p:cNvSpPr>
          <p:nvPr>
            <p:ph type="pic" sz="quarter" idx="13" hasCustomPrompt="1"/>
          </p:nvPr>
        </p:nvSpPr>
        <p:spPr>
          <a:xfrm>
            <a:off x="7786070" y="0"/>
            <a:ext cx="4405930" cy="6858000"/>
          </a:xfrm>
          <a:custGeom>
            <a:avLst/>
            <a:gdLst>
              <a:gd name="connsiteX0" fmla="*/ 0 w 4405930"/>
              <a:gd name="connsiteY0" fmla="*/ 0 h 6858000"/>
              <a:gd name="connsiteX1" fmla="*/ 4405930 w 4405930"/>
              <a:gd name="connsiteY1" fmla="*/ 0 h 6858000"/>
              <a:gd name="connsiteX2" fmla="*/ 4405930 w 4405930"/>
              <a:gd name="connsiteY2" fmla="*/ 6858000 h 6858000"/>
              <a:gd name="connsiteX3" fmla="*/ 0 w 4405930"/>
              <a:gd name="connsiteY3" fmla="*/ 6858000 h 6858000"/>
              <a:gd name="connsiteX4" fmla="*/ 0 w 4405930"/>
              <a:gd name="connsiteY4" fmla="*/ 6223002 h 6858000"/>
              <a:gd name="connsiteX5" fmla="*/ 4405929 w 4405930"/>
              <a:gd name="connsiteY5" fmla="*/ 6223002 h 6858000"/>
              <a:gd name="connsiteX6" fmla="*/ 4405929 w 4405930"/>
              <a:gd name="connsiteY6" fmla="*/ 6158994 h 6858000"/>
              <a:gd name="connsiteX7" fmla="*/ 0 w 4405930"/>
              <a:gd name="connsiteY7" fmla="*/ 6158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5930" h="6858000">
                <a:moveTo>
                  <a:pt x="0" y="0"/>
                </a:moveTo>
                <a:lnTo>
                  <a:pt x="4405930" y="0"/>
                </a:lnTo>
                <a:lnTo>
                  <a:pt x="4405930" y="6858000"/>
                </a:lnTo>
                <a:lnTo>
                  <a:pt x="0" y="6858000"/>
                </a:lnTo>
                <a:lnTo>
                  <a:pt x="0" y="6223002"/>
                </a:lnTo>
                <a:lnTo>
                  <a:pt x="4405929" y="6223002"/>
                </a:lnTo>
                <a:lnTo>
                  <a:pt x="4405929" y="6158994"/>
                </a:lnTo>
                <a:lnTo>
                  <a:pt x="0" y="6158994"/>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8" name="Freeform 7">
            <a:extLst>
              <a:ext uri="{FF2B5EF4-FFF2-40B4-BE49-F238E27FC236}">
                <a16:creationId xmlns:a16="http://schemas.microsoft.com/office/drawing/2014/main" id="{1ED591FA-7D43-29EE-BFC3-BBC766B4EE45}"/>
              </a:ext>
            </a:extLst>
          </p:cNvPr>
          <p:cNvSpPr/>
          <p:nvPr userDrawn="1"/>
        </p:nvSpPr>
        <p:spPr>
          <a:xfrm>
            <a:off x="3457574" y="6158994"/>
            <a:ext cx="4328495"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1378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Picture 7">
    <p:bg>
      <p:bgPr>
        <a:solidFill>
          <a:schemeClr val="tx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AC4AA71-4D00-C504-86D1-E003D9A4DEDF}"/>
              </a:ext>
            </a:extLst>
          </p:cNvPr>
          <p:cNvSpPr>
            <a:spLocks noGrp="1"/>
          </p:cNvSpPr>
          <p:nvPr>
            <p:ph type="title"/>
          </p:nvPr>
        </p:nvSpPr>
        <p:spPr>
          <a:xfrm>
            <a:off x="1447800" y="3623950"/>
            <a:ext cx="7275859" cy="2395850"/>
          </a:xfrm>
        </p:spPr>
        <p:txBody>
          <a:bodyPr anchor="b">
            <a:noAutofit/>
          </a:bodyPr>
          <a:lstStyle>
            <a:lvl1pPr>
              <a:defRPr sz="7200" cap="all" baseline="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9110042" y="4728526"/>
            <a:ext cx="2548557" cy="1127758"/>
          </a:xfrm>
          <a:prstGeom prst="rect">
            <a:avLst/>
          </a:prstGeom>
        </p:spPr>
        <p:txBody>
          <a:bodyPr anchor="b">
            <a:normAutofit/>
          </a:bodyPr>
          <a:lstStyle>
            <a:lvl1pPr marL="0" indent="0" algn="r">
              <a:buNone/>
              <a:defRPr sz="2000" b="1"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5" name="Picture Placeholder 34">
            <a:extLst>
              <a:ext uri="{FF2B5EF4-FFF2-40B4-BE49-F238E27FC236}">
                <a16:creationId xmlns:a16="http://schemas.microsoft.com/office/drawing/2014/main" id="{B9064727-BADB-A389-B86C-8631998C0849}"/>
              </a:ext>
            </a:extLst>
          </p:cNvPr>
          <p:cNvSpPr>
            <a:spLocks noGrp="1"/>
          </p:cNvSpPr>
          <p:nvPr>
            <p:ph type="pic" sz="quarter" idx="13" hasCustomPrompt="1"/>
          </p:nvPr>
        </p:nvSpPr>
        <p:spPr>
          <a:xfrm>
            <a:off x="1571624" y="-1"/>
            <a:ext cx="10620375" cy="324295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8576636" cy="381001"/>
          </a:xfrm>
          <a:prstGeom prst="rect">
            <a:avLst/>
          </a:prstGeom>
        </p:spPr>
        <p:txBody>
          <a:bodyPr/>
          <a:lstStyle>
            <a:lvl1pPr>
              <a:defRPr>
                <a:solidFill>
                  <a:schemeClr val="bg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37" y="6476999"/>
            <a:ext cx="1885950" cy="381001"/>
          </a:xfrm>
          <a:prstGeom prst="rect">
            <a:avLst/>
          </a:prstGeom>
        </p:spPr>
        <p:txBody>
          <a:bodyPr/>
          <a:lstStyle>
            <a:lvl1pPr>
              <a:defRPr>
                <a:solidFill>
                  <a:schemeClr val="bg1"/>
                </a:solidFill>
              </a:defRPr>
            </a:lvl1pPr>
          </a:lstStyle>
          <a:p>
            <a:fld id="{63F95F04-801A-4580-BC26-D705AEBD4783}" type="datetime1">
              <a:rPr lang="en-US" smtClean="0"/>
              <a:t>12/2/2025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9" y="6477000"/>
            <a:ext cx="657226" cy="381001"/>
          </a:xfrm>
          <a:prstGeom prst="rect">
            <a:avLst/>
          </a:prstGeom>
        </p:spPr>
        <p:txBody>
          <a:bodyPr/>
          <a:lstStyle>
            <a:lvl1pPr>
              <a:defRPr>
                <a:solidFill>
                  <a:schemeClr val="bg1"/>
                </a:solidFill>
              </a:defRPr>
            </a:lvl1pPr>
          </a:lstStyle>
          <a:p>
            <a:fld id="{AEAA3239-9EA4-4A65-A281-97F994456D9F}" type="slidenum">
              <a:rPr lang="en-US" smtClean="0"/>
              <a:pPr/>
              <a:t>‹#›</a:t>
            </a:fld>
            <a:endParaRPr lang="en-US" dirty="0"/>
          </a:p>
        </p:txBody>
      </p:sp>
      <p:sp>
        <p:nvSpPr>
          <p:cNvPr id="10" name="Freeform 9">
            <a:extLst>
              <a:ext uri="{FF2B5EF4-FFF2-40B4-BE49-F238E27FC236}">
                <a16:creationId xmlns:a16="http://schemas.microsoft.com/office/drawing/2014/main" id="{8DFF3827-CD62-4A14-DFBC-0250A91ECBC5}"/>
              </a:ext>
            </a:extLst>
          </p:cNvPr>
          <p:cNvSpPr/>
          <p:nvPr/>
        </p:nvSpPr>
        <p:spPr>
          <a:xfrm>
            <a:off x="9110042" y="6167560"/>
            <a:ext cx="3085896"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35">
            <a:extLst>
              <a:ext uri="{FF2B5EF4-FFF2-40B4-BE49-F238E27FC236}">
                <a16:creationId xmlns:a16="http://schemas.microsoft.com/office/drawing/2014/main" id="{B46863E6-656C-574C-DA91-23C8D30CE998}"/>
              </a:ext>
            </a:extLst>
          </p:cNvPr>
          <p:cNvSpPr/>
          <p:nvPr/>
        </p:nvSpPr>
        <p:spPr>
          <a:xfrm>
            <a:off x="1571623" y="6167558"/>
            <a:ext cx="754379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3577537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1143000"/>
            <a:ext cx="8576636" cy="5271008"/>
          </a:xfrm>
          <a:prstGeom prst="rect">
            <a:avLst/>
          </a:prstGeom>
        </p:spPr>
        <p:txBody>
          <a:bodyPr vert="horz" lIns="91440" tIns="45720" rIns="91440" bIns="45720" rtlCol="0" anchor="b">
            <a:normAutofit/>
          </a:bodyPr>
          <a:lstStyle>
            <a:lvl1pPr>
              <a:defRPr lang="en-US" sz="7200" cap="all" baseline="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76636" cy="365760"/>
          </a:xfrm>
          <a:prstGeom prst="rect">
            <a:avLst/>
          </a:prstGeom>
        </p:spPr>
        <p:txBody>
          <a:bodyPr/>
          <a:lstStyle>
            <a:lvl1pPr>
              <a:defRPr>
                <a:solidFill>
                  <a:schemeClr val="bg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92240"/>
            <a:ext cx="1891337" cy="365760"/>
          </a:xfrm>
          <a:prstGeom prst="rect">
            <a:avLst/>
          </a:prstGeom>
        </p:spPr>
        <p:txBody>
          <a:bodyPr/>
          <a:lstStyle>
            <a:lvl1pPr>
              <a:defRPr>
                <a:solidFill>
                  <a:schemeClr val="bg2"/>
                </a:solidFill>
              </a:defRPr>
            </a:lvl1pPr>
          </a:lstStyle>
          <a:p>
            <a:fld id="{34E88643-CA1F-4663-8C06-BD5ECF50899D}" type="datetime1">
              <a:rPr lang="en-US" smtClean="0"/>
              <a:t>12/2/2025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2" cy="365760"/>
          </a:xfrm>
          <a:prstGeom prst="rect">
            <a:avLst/>
          </a:prstGeom>
        </p:spPr>
        <p:txBody>
          <a:bodyPr/>
          <a:lstStyle>
            <a:lvl1pPr>
              <a:defRPr>
                <a:solidFill>
                  <a:schemeClr val="bg2"/>
                </a:solidFill>
              </a:defRPr>
            </a:lvl1pPr>
          </a:lstStyle>
          <a:p>
            <a:fld id="{AEAA3239-9EA4-4A65-A281-97F994456D9F}" type="slidenum">
              <a:rPr lang="en-US" smtClean="0"/>
              <a:pPr/>
              <a:t>‹#›</a:t>
            </a:fld>
            <a:endParaRPr lang="en-US" dirty="0"/>
          </a:p>
        </p:txBody>
      </p:sp>
      <p:sp>
        <p:nvSpPr>
          <p:cNvPr id="32" name="Rectangle 31">
            <a:extLst>
              <a:ext uri="{FF2B5EF4-FFF2-40B4-BE49-F238E27FC236}">
                <a16:creationId xmlns:a16="http://schemas.microsoft.com/office/drawing/2014/main" id="{15F1B314-6B95-45EC-8168-CEA297F1BD40}"/>
              </a:ext>
            </a:extLst>
          </p:cNvPr>
          <p:cNvSpPr/>
          <p:nvPr/>
        </p:nvSpPr>
        <p:spPr>
          <a:xfrm>
            <a:off x="634029" y="570037"/>
            <a:ext cx="8476007" cy="615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4E8A7FA-CBEB-E74B-AC79-5D830DAFC993}"/>
              </a:ext>
            </a:extLst>
          </p:cNvPr>
          <p:cNvSpPr/>
          <p:nvPr/>
        </p:nvSpPr>
        <p:spPr>
          <a:xfrm>
            <a:off x="9110036" y="570037"/>
            <a:ext cx="3081964" cy="6154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318152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BAE97C67-C2EB-5515-0FDC-A535220C9DF0}"/>
              </a:ext>
            </a:extLst>
          </p:cNvPr>
          <p:cNvSpPr/>
          <p:nvPr/>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533399" y="1016955"/>
            <a:ext cx="8195646" cy="1127758"/>
          </a:xfrm>
          <a:prstGeom prst="rect">
            <a:avLst/>
          </a:prstGeom>
        </p:spPr>
        <p:txBody>
          <a:bodyPr anchor="t">
            <a:normAutofit/>
          </a:bodyPr>
          <a:lstStyle>
            <a:lvl1pPr>
              <a:defRPr sz="7200" cap="all" baseline="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3399" y="2510472"/>
            <a:ext cx="8190496" cy="3966527"/>
          </a:xfrm>
          <a:prstGeom prst="rect">
            <a:avLst/>
          </a:prstGeom>
        </p:spPr>
        <p:txBody>
          <a:bodyPr>
            <a:normAutofit/>
          </a:bodyPr>
          <a:lstStyle>
            <a:lvl1pPr marL="457200" indent="-457200">
              <a:lnSpc>
                <a:spcPct val="150000"/>
              </a:lnSpc>
              <a:spcBef>
                <a:spcPts val="0"/>
              </a:spcBef>
              <a:buFont typeface="+mj-lt"/>
              <a:buAutoNum type="arabicPeriod"/>
              <a:defRPr sz="2000"/>
            </a:lvl1pPr>
            <a:lvl2pPr marL="685800" indent="-4572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marL="1257300" indent="-342900">
              <a:lnSpc>
                <a:spcPct val="150000"/>
              </a:lnSpc>
              <a:spcBef>
                <a:spcPts val="0"/>
              </a:spcBef>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92241"/>
            <a:ext cx="5758481" cy="365760"/>
          </a:xfrm>
          <a:prstGeom prst="rect">
            <a:avLst/>
          </a:prstGeo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291885" y="6492240"/>
            <a:ext cx="1763999" cy="365760"/>
          </a:xfrm>
          <a:prstGeom prst="rect">
            <a:avLst/>
          </a:prstGeom>
        </p:spPr>
        <p:txBody>
          <a:bodyPr/>
          <a:lstStyle>
            <a:lvl1pPr>
              <a:defRPr>
                <a:solidFill>
                  <a:schemeClr val="tx2"/>
                </a:solidFill>
              </a:defRPr>
            </a:lvl1pPr>
          </a:lstStyle>
          <a:p>
            <a:fld id="{CB73E6FC-8E19-48D4-B829-246931AD4AF3}" type="datetime1">
              <a:rPr lang="en-US" smtClean="0"/>
              <a:t>12/2/2025</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061271" y="6492241"/>
            <a:ext cx="662624"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4" name="Rectangle 33">
            <a:extLst>
              <a:ext uri="{FF2B5EF4-FFF2-40B4-BE49-F238E27FC236}">
                <a16:creationId xmlns:a16="http://schemas.microsoft.com/office/drawing/2014/main" id="{E58CA726-6257-4F3F-9296-A3CF5DCA19DB}"/>
              </a:ext>
            </a:extLst>
          </p:cNvPr>
          <p:cNvSpPr/>
          <p:nvPr/>
        </p:nvSpPr>
        <p:spPr>
          <a:xfrm>
            <a:off x="634029" y="2144714"/>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4569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571616" y="1016955"/>
            <a:ext cx="10086983" cy="1127758"/>
          </a:xfrm>
          <a:prstGeom prst="rect">
            <a:avLst/>
          </a:prstGeom>
        </p:spPr>
        <p:txBody>
          <a:bodyPr anchor="t">
            <a:normAutofit/>
          </a:bodyPr>
          <a:lstStyle>
            <a:lvl1pPr>
              <a:defRPr sz="7200" cap="all" baseline="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3457574" y="2510472"/>
            <a:ext cx="8201025" cy="3345813"/>
          </a:xfrm>
          <a:prstGeom prst="rect">
            <a:avLst/>
          </a:prstGeom>
        </p:spPr>
        <p:txBody>
          <a:bodyPr anchor="b">
            <a:normAutofit/>
          </a:bodyPr>
          <a:lstStyle>
            <a:lvl1pPr marL="457200" indent="-4572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1pPr>
            <a:lvl2pPr marL="685800" indent="-4572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2pPr>
            <a:lvl3pPr marL="8001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3pPr>
            <a:lvl4pPr marL="10287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4pPr>
            <a:lvl5pPr marL="12573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77000"/>
            <a:ext cx="8582024" cy="381001"/>
          </a:xfrm>
          <a:prstGeom prst="rect">
            <a:avLst/>
          </a:prstGeo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120810" y="6477000"/>
            <a:ext cx="1880569" cy="381001"/>
          </a:xfrm>
          <a:prstGeom prst="rect">
            <a:avLst/>
          </a:prstGeom>
        </p:spPr>
        <p:txBody>
          <a:bodyPr/>
          <a:lstStyle>
            <a:lvl1pPr>
              <a:defRPr>
                <a:solidFill>
                  <a:schemeClr val="tx2"/>
                </a:solidFill>
              </a:defRPr>
            </a:lvl1pPr>
          </a:lstStyle>
          <a:p>
            <a:fld id="{D00CEFBA-160C-4799-BD15-C032D631B769}" type="datetime1">
              <a:rPr lang="en-US" smtClean="0"/>
              <a:t>12/2/2025</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001379" y="6477000"/>
            <a:ext cx="668011"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6" name="Rectangle 5">
            <a:extLst>
              <a:ext uri="{FF2B5EF4-FFF2-40B4-BE49-F238E27FC236}">
                <a16:creationId xmlns:a16="http://schemas.microsoft.com/office/drawing/2014/main" id="{3ED80240-B3FF-301A-7873-10FB09246CCA}"/>
              </a:ext>
            </a:extLst>
          </p:cNvPr>
          <p:cNvSpPr/>
          <p:nvPr userDrawn="1"/>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14D47D0-4154-EDAC-8824-1648A190B7A6}"/>
              </a:ext>
            </a:extLst>
          </p:cNvPr>
          <p:cNvSpPr/>
          <p:nvPr userDrawn="1"/>
        </p:nvSpPr>
        <p:spPr>
          <a:xfrm>
            <a:off x="3467745" y="6155911"/>
            <a:ext cx="564228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10734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C713386-53DE-AEBA-6318-6C7146DE2270}"/>
              </a:ext>
            </a:extLst>
          </p:cNvPr>
          <p:cNvSpPr>
            <a:spLocks noGrp="1"/>
          </p:cNvSpPr>
          <p:nvPr>
            <p:ph type="title" hasCustomPrompt="1"/>
          </p:nvPr>
        </p:nvSpPr>
        <p:spPr>
          <a:xfrm>
            <a:off x="5343517" y="1386842"/>
            <a:ext cx="6315083" cy="1127758"/>
          </a:xfrm>
        </p:spPr>
        <p:txBody>
          <a:bodyPr>
            <a:normAutofit/>
          </a:bodyPr>
          <a:lstStyle>
            <a:lvl1pPr>
              <a:defRPr sz="7200" cap="all" baseline="0"/>
            </a:lvl1pPr>
          </a:lstStyle>
          <a:p>
            <a:r>
              <a:rPr lang="en-US" dirty="0"/>
              <a:t>AGENDA</a:t>
            </a:r>
          </a:p>
        </p:txBody>
      </p:sp>
      <p:sp>
        <p:nvSpPr>
          <p:cNvPr id="39" name="Picture Placeholder 38">
            <a:extLst>
              <a:ext uri="{FF2B5EF4-FFF2-40B4-BE49-F238E27FC236}">
                <a16:creationId xmlns:a16="http://schemas.microsoft.com/office/drawing/2014/main" id="{0440984A-B82C-18F1-2933-6DF295884CE0}"/>
              </a:ext>
            </a:extLst>
          </p:cNvPr>
          <p:cNvSpPr>
            <a:spLocks noGrp="1"/>
          </p:cNvSpPr>
          <p:nvPr>
            <p:ph type="pic" sz="quarter" idx="14" hasCustomPrompt="1"/>
          </p:nvPr>
        </p:nvSpPr>
        <p:spPr>
          <a:xfrm>
            <a:off x="0" y="0"/>
            <a:ext cx="4400554" cy="6858000"/>
          </a:xfrm>
          <a:blipFill>
            <a:blip r:embed="rId2">
              <a:alphaModFix amt="60000"/>
            </a:blip>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43518" y="2886089"/>
            <a:ext cx="6315082" cy="3336911"/>
          </a:xfrm>
          <a:prstGeom prst="rect">
            <a:avLst/>
          </a:prstGeom>
        </p:spPr>
        <p:txBody>
          <a:bodyPr>
            <a:normAutofit/>
          </a:bodyPr>
          <a:lstStyle>
            <a:lvl1pPr marL="457200" indent="-457200">
              <a:lnSpc>
                <a:spcPct val="150000"/>
              </a:lnSpc>
              <a:spcBef>
                <a:spcPts val="0"/>
              </a:spcBef>
              <a:buFont typeface="+mj-lt"/>
              <a:buAutoNum type="arabicPeriod"/>
              <a:defRPr sz="2000"/>
            </a:lvl1pPr>
            <a:lvl2pPr marL="571500" indent="-3429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a:lnSpc>
                <a:spcPct val="150000"/>
              </a:lnSpc>
              <a:spcBef>
                <a:spcPts val="0"/>
              </a:spcBef>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43518" y="6477000"/>
            <a:ext cx="3771905" cy="381001"/>
          </a:xfrm>
          <a:prstGeom prst="rect">
            <a:avLst/>
          </a:prstGeom>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120821" y="6477000"/>
            <a:ext cx="1875160" cy="381001"/>
          </a:xfrm>
          <a:prstGeom prst="rect">
            <a:avLst/>
          </a:prstGeom>
        </p:spPr>
        <p:txBody>
          <a:bodyPr/>
          <a:lstStyle/>
          <a:p>
            <a:fld id="{20AF2805-09FE-4E19-BD3D-273F9C4FB4DD}" type="datetime1">
              <a:rPr lang="en-US" smtClean="0"/>
              <a:t>12/2/2025</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5986" y="6477000"/>
            <a:ext cx="662614" cy="381001"/>
          </a:xfrm>
          <a:prstGeom prst="rect">
            <a:avLst/>
          </a:prstGeom>
        </p:spPr>
        <p:txBody>
          <a:bodyPr/>
          <a:lstStyle/>
          <a:p>
            <a:fld id="{AEAA3239-9EA4-4A65-A281-97F994456D9F}" type="slidenum">
              <a:rPr lang="en-US" smtClean="0"/>
              <a:t>‹#›</a:t>
            </a:fld>
            <a:endParaRPr lang="en-US" dirty="0"/>
          </a:p>
        </p:txBody>
      </p:sp>
      <p:sp>
        <p:nvSpPr>
          <p:cNvPr id="34" name="Rectangle 33">
            <a:extLst>
              <a:ext uri="{FF2B5EF4-FFF2-40B4-BE49-F238E27FC236}">
                <a16:creationId xmlns:a16="http://schemas.microsoft.com/office/drawing/2014/main" id="{98E5CA23-2176-4B29-AB27-EDD9AC417271}"/>
              </a:ext>
            </a:extLst>
          </p:cNvPr>
          <p:cNvSpPr/>
          <p:nvPr/>
        </p:nvSpPr>
        <p:spPr>
          <a:xfrm>
            <a:off x="4400554" y="2496190"/>
            <a:ext cx="7791446"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85971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56B3EE4-062C-F433-E634-3A18DC144881}"/>
              </a:ext>
            </a:extLst>
          </p:cNvPr>
          <p:cNvSpPr>
            <a:spLocks noGrp="1"/>
          </p:cNvSpPr>
          <p:nvPr>
            <p:ph type="title"/>
          </p:nvPr>
        </p:nvSpPr>
        <p:spPr>
          <a:xfrm>
            <a:off x="533399" y="1016955"/>
            <a:ext cx="8190252" cy="1064665"/>
          </a:xfrm>
        </p:spPr>
        <p:txBody>
          <a:bodyPr/>
          <a:lstStyle>
            <a:lvl1pPr>
              <a:defRPr cap="all" baseline="0"/>
            </a:lvl1pPr>
          </a:lstStyle>
          <a:p>
            <a:r>
              <a:rPr lang="en-US" dirty="0"/>
              <a:t>Click to edit Master title style</a:t>
            </a:r>
          </a:p>
        </p:txBody>
      </p:sp>
      <p:sp>
        <p:nvSpPr>
          <p:cNvPr id="33" name="Rectangle 32">
            <a:extLst>
              <a:ext uri="{FF2B5EF4-FFF2-40B4-BE49-F238E27FC236}">
                <a16:creationId xmlns:a16="http://schemas.microsoft.com/office/drawing/2014/main" id="{47E7D5E3-074F-6FA6-6315-6EB342D2C2D0}"/>
              </a:ext>
            </a:extLst>
          </p:cNvPr>
          <p:cNvSpPr/>
          <p:nvPr userDrawn="1"/>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A2BF4CD-78B4-D70F-8781-6C00B2CEA066}"/>
              </a:ext>
            </a:extLst>
          </p:cNvPr>
          <p:cNvSpPr/>
          <p:nvPr/>
        </p:nvSpPr>
        <p:spPr>
          <a:xfrm>
            <a:off x="634029" y="2144714"/>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11">
            <a:extLst>
              <a:ext uri="{FF2B5EF4-FFF2-40B4-BE49-F238E27FC236}">
                <a16:creationId xmlns:a16="http://schemas.microsoft.com/office/drawing/2014/main" id="{8447EC38-FC2B-37AD-5285-1B51B7FA258B}"/>
              </a:ext>
            </a:extLst>
          </p:cNvPr>
          <p:cNvSpPr>
            <a:spLocks noGrp="1"/>
          </p:cNvSpPr>
          <p:nvPr>
            <p:ph sz="quarter" idx="14"/>
          </p:nvPr>
        </p:nvSpPr>
        <p:spPr>
          <a:xfrm>
            <a:off x="533400" y="2495232"/>
            <a:ext cx="4659313" cy="1644650"/>
          </a:xfrm>
        </p:spPr>
        <p:txBody>
          <a:bodyPr>
            <a:normAutofit/>
          </a:bodyPr>
          <a:lstStyle>
            <a:lvl1pPr marL="0" indent="0">
              <a:spcBef>
                <a:spcPts val="0"/>
              </a:spcBef>
              <a:buNone/>
              <a:defRPr sz="1400"/>
            </a:lvl1pPr>
            <a:lvl2pPr marL="228600" indent="0">
              <a:spcBef>
                <a:spcPts val="0"/>
              </a:spcBef>
              <a:buNone/>
              <a:defRPr sz="1400"/>
            </a:lvl2pPr>
            <a:lvl3pPr marL="457200" indent="0">
              <a:spcBef>
                <a:spcPts val="0"/>
              </a:spcBef>
              <a:buNone/>
              <a:defRPr sz="1400"/>
            </a:lvl3pPr>
            <a:lvl4pPr marL="685800" indent="0">
              <a:spcBef>
                <a:spcPts val="0"/>
              </a:spcBef>
              <a:buNone/>
              <a:defRPr sz="1400"/>
            </a:lvl4pPr>
            <a:lvl5pPr marL="914400" indent="0">
              <a:spcBef>
                <a:spcPts val="0"/>
              </a:spcBef>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6304302" cy="381001"/>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843095" y="6477000"/>
            <a:ext cx="1223330" cy="381001"/>
          </a:xfrm>
          <a:prstGeom prst="rect">
            <a:avLst/>
          </a:prstGeom>
        </p:spPr>
        <p:txBody>
          <a:bodyPr/>
          <a:lstStyle>
            <a:lvl1pPr>
              <a:defRPr>
                <a:solidFill>
                  <a:schemeClr val="tx2"/>
                </a:solidFill>
              </a:defRPr>
            </a:lvl1pPr>
          </a:lstStyle>
          <a:p>
            <a:fld id="{91916611-30DD-4F0D-BDC3-078E01EB801A}" type="datetime1">
              <a:rPr lang="en-US" smtClean="0"/>
              <a:t>12/2/2025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066425" y="6477000"/>
            <a:ext cx="657226"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9" name="Freeform 8">
            <a:extLst>
              <a:ext uri="{FF2B5EF4-FFF2-40B4-BE49-F238E27FC236}">
                <a16:creationId xmlns:a16="http://schemas.microsoft.com/office/drawing/2014/main" id="{37ECC57E-F626-26BF-F554-362A80454818}"/>
              </a:ext>
            </a:extLst>
          </p:cNvPr>
          <p:cNvSpPr/>
          <p:nvPr userDrawn="1"/>
        </p:nvSpPr>
        <p:spPr>
          <a:xfrm>
            <a:off x="9110042" y="2144714"/>
            <a:ext cx="3085896"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501960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93859" cy="3456894"/>
          </a:xfrm>
          <a:prstGeom prst="rect">
            <a:avLst/>
          </a:prstGeom>
        </p:spPr>
        <p:txBody>
          <a:bodyPr anchor="t">
            <a:normAutofit/>
          </a:bodyPr>
          <a:lstStyle>
            <a:lvl1pPr>
              <a:defRPr sz="3600" cap="all" baseline="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962527" y="1016955"/>
            <a:ext cx="6696073" cy="34612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5849E5F1-9C7C-41DD-B083-40CE4B6B6609}" type="datetime1">
              <a:rPr lang="en-US" smtClean="0"/>
              <a:t>12/2/2025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995976" y="6477000"/>
            <a:ext cx="662624" cy="381001"/>
          </a:xfrm>
          <a:prstGeom prst="rect">
            <a:avLst/>
          </a:prstGeom>
        </p:spPr>
        <p:txBody>
          <a:bodyPr/>
          <a:lstStyle/>
          <a:p>
            <a:fld id="{AEAA3239-9EA4-4A65-A281-97F994456D9F}" type="slidenum">
              <a:rPr lang="en-US" smtClean="0"/>
              <a:t>‹#›</a:t>
            </a:fld>
            <a:endParaRPr lang="en-US" dirty="0"/>
          </a:p>
        </p:txBody>
      </p:sp>
      <p:sp>
        <p:nvSpPr>
          <p:cNvPr id="3" name="Rectangle 2">
            <a:extLst>
              <a:ext uri="{FF2B5EF4-FFF2-40B4-BE49-F238E27FC236}">
                <a16:creationId xmlns:a16="http://schemas.microsoft.com/office/drawing/2014/main" id="{318A2D93-E48C-9CE8-FF5E-7230586A29D9}"/>
              </a:ext>
            </a:extLst>
          </p:cNvPr>
          <p:cNvSpPr/>
          <p:nvPr userDrawn="1"/>
        </p:nvSpPr>
        <p:spPr>
          <a:xfrm>
            <a:off x="4019552" y="570037"/>
            <a:ext cx="8172448" cy="595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3FA3421-FB3F-747A-9D40-EB149BBDD6FA}"/>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53066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1539" cy="4083580"/>
          </a:xfrm>
          <a:prstGeom prst="rect">
            <a:avLst/>
          </a:prstGeom>
        </p:spPr>
        <p:txBody>
          <a:bodyPr anchor="t">
            <a:normAutofit/>
          </a:bodyPr>
          <a:lstStyle>
            <a:lvl1pPr>
              <a:defRPr sz="3600" cap="all" baseline="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62526" y="1016955"/>
            <a:ext cx="6696073" cy="408357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1E532691-8605-4D75-9B37-0F29951CF35A}" type="datetime1">
              <a:rPr lang="en-US" smtClean="0"/>
              <a:t>12/2/2025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AEAA3239-9EA4-4A65-A281-97F994456D9F}" type="slidenum">
              <a:rPr lang="en-US" smtClean="0"/>
              <a:t>‹#›</a:t>
            </a:fld>
            <a:endParaRPr lang="en-US" dirty="0"/>
          </a:p>
        </p:txBody>
      </p:sp>
      <p:sp>
        <p:nvSpPr>
          <p:cNvPr id="34" name="Rectangle 33">
            <a:extLst>
              <a:ext uri="{FF2B5EF4-FFF2-40B4-BE49-F238E27FC236}">
                <a16:creationId xmlns:a16="http://schemas.microsoft.com/office/drawing/2014/main" id="{9AE531BB-71E1-57EF-0879-5979B0C95458}"/>
              </a:ext>
            </a:extLst>
          </p:cNvPr>
          <p:cNvSpPr/>
          <p:nvPr userDrawn="1"/>
        </p:nvSpPr>
        <p:spPr>
          <a:xfrm>
            <a:off x="4024938" y="570037"/>
            <a:ext cx="8167062"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31FD272-0797-A5C1-BAB9-E68F518B8158}"/>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86174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6147" cy="4940661"/>
          </a:xfrm>
          <a:prstGeom prst="rect">
            <a:avLst/>
          </a:prstGeom>
        </p:spPr>
        <p:txBody>
          <a:bodyPr anchor="t">
            <a:normAutofit/>
          </a:bodyPr>
          <a:lstStyle>
            <a:lvl1pPr>
              <a:defRPr sz="3600" cap="all" baseline="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62526" y="1016955"/>
            <a:ext cx="6696074" cy="494066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CE22925B-E537-4894-A5C9-5FB557DF6FFB}" type="datetime1">
              <a:rPr lang="en-US" smtClean="0"/>
              <a:t>12/2/2025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AEAA3239-9EA4-4A65-A281-97F994456D9F}" type="slidenum">
              <a:rPr lang="en-US" smtClean="0"/>
              <a:t>‹#›</a:t>
            </a:fld>
            <a:endParaRPr lang="en-US" dirty="0"/>
          </a:p>
        </p:txBody>
      </p:sp>
      <p:sp>
        <p:nvSpPr>
          <p:cNvPr id="3" name="Rectangle 2">
            <a:extLst>
              <a:ext uri="{FF2B5EF4-FFF2-40B4-BE49-F238E27FC236}">
                <a16:creationId xmlns:a16="http://schemas.microsoft.com/office/drawing/2014/main" id="{E5C1B67F-B248-B2D5-AE0D-B9A93FFB6061}"/>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98DF7F2-59F5-C597-5370-B00D427EA660}"/>
              </a:ext>
            </a:extLst>
          </p:cNvPr>
          <p:cNvSpPr/>
          <p:nvPr userDrawn="1"/>
        </p:nvSpPr>
        <p:spPr>
          <a:xfrm>
            <a:off x="4019547" y="570037"/>
            <a:ext cx="8172453"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72801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86153" cy="2721451"/>
          </a:xfrm>
          <a:prstGeom prst="rect">
            <a:avLst/>
          </a:prstGeom>
        </p:spPr>
        <p:txBody>
          <a:bodyPr anchor="t">
            <a:normAutofit/>
          </a:bodyPr>
          <a:lstStyle>
            <a:lvl1pPr>
              <a:defRPr sz="3600" cap="all" baseline="0">
                <a:latin typeface="+mj-lt"/>
              </a:defRPr>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962526" y="1016955"/>
            <a:ext cx="6696074" cy="54905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AF504E6F-5E20-457A-A4D7-010D88E2AB6A}" type="datetime1">
              <a:rPr lang="en-US" smtClean="0"/>
              <a:t>12/2/2025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AEAA3239-9EA4-4A65-A281-97F994456D9F}" type="slidenum">
              <a:rPr lang="en-US" smtClean="0"/>
              <a:t>‹#›</a:t>
            </a:fld>
            <a:endParaRPr lang="en-US" dirty="0"/>
          </a:p>
        </p:txBody>
      </p:sp>
      <p:sp>
        <p:nvSpPr>
          <p:cNvPr id="7" name="Rectangle 6">
            <a:extLst>
              <a:ext uri="{FF2B5EF4-FFF2-40B4-BE49-F238E27FC236}">
                <a16:creationId xmlns:a16="http://schemas.microsoft.com/office/drawing/2014/main" id="{CB922775-D819-CE59-81DF-9A22F9309472}"/>
              </a:ext>
            </a:extLst>
          </p:cNvPr>
          <p:cNvSpPr/>
          <p:nvPr/>
        </p:nvSpPr>
        <p:spPr>
          <a:xfrm>
            <a:off x="4017310" y="565607"/>
            <a:ext cx="817469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1D59CA-78A2-7B8F-A9C7-E86B47BEAE5E}"/>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68715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3" y="1016956"/>
            <a:ext cx="6696076" cy="731520"/>
          </a:xfrm>
          <a:prstGeom prst="rect">
            <a:avLst/>
          </a:prstGeom>
        </p:spPr>
        <p:txBody>
          <a:bodyPr anchor="t"/>
          <a:lstStyle>
            <a:lvl1pPr>
              <a:defRPr cap="all" baseline="0"/>
            </a:lvl1pPr>
          </a:lstStyle>
          <a:p>
            <a:r>
              <a:rPr lang="en-US" dirty="0"/>
              <a:t>Click to edit Master title style</a:t>
            </a:r>
          </a:p>
        </p:txBody>
      </p:sp>
      <p:sp>
        <p:nvSpPr>
          <p:cNvPr id="38" name="Picture Placeholder 37">
            <a:extLst>
              <a:ext uri="{FF2B5EF4-FFF2-40B4-BE49-F238E27FC236}">
                <a16:creationId xmlns:a16="http://schemas.microsoft.com/office/drawing/2014/main" id="{99EF452C-FB1E-E93B-DCC5-1D98DE017953}"/>
              </a:ext>
            </a:extLst>
          </p:cNvPr>
          <p:cNvSpPr>
            <a:spLocks noGrp="1"/>
          </p:cNvSpPr>
          <p:nvPr>
            <p:ph type="pic" sz="quarter" idx="13" hasCustomPrompt="1"/>
          </p:nvPr>
        </p:nvSpPr>
        <p:spPr>
          <a:xfrm>
            <a:off x="0"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3" y="2145668"/>
            <a:ext cx="6689892" cy="41183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964103" y="6477000"/>
            <a:ext cx="4707905" cy="381000"/>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672013" y="6477000"/>
            <a:ext cx="1329365" cy="381000"/>
          </a:xfrm>
          <a:prstGeom prst="rect">
            <a:avLst/>
          </a:prstGeom>
        </p:spPr>
        <p:txBody>
          <a:bodyPr/>
          <a:lstStyle>
            <a:lvl1pPr>
              <a:defRPr>
                <a:solidFill>
                  <a:schemeClr val="tx2"/>
                </a:solidFill>
              </a:defRPr>
            </a:lvl1pPr>
          </a:lstStyle>
          <a:p>
            <a:fld id="{1533F4C8-FF6A-458A-9544-1F0DF90A3B6B}" type="datetime1">
              <a:rPr lang="en-US" smtClean="0"/>
              <a:t>12/2/2025</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01379" y="6477000"/>
            <a:ext cx="657221"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 name="Freeform 2">
            <a:extLst>
              <a:ext uri="{FF2B5EF4-FFF2-40B4-BE49-F238E27FC236}">
                <a16:creationId xmlns:a16="http://schemas.microsoft.com/office/drawing/2014/main" id="{EC16BEA9-7D3A-E34B-4442-F0BFB853F3F8}"/>
              </a:ext>
            </a:extLst>
          </p:cNvPr>
          <p:cNvSpPr/>
          <p:nvPr userDrawn="1"/>
        </p:nvSpPr>
        <p:spPr>
          <a:xfrm>
            <a:off x="4408228"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Rectangle 4">
            <a:extLst>
              <a:ext uri="{FF2B5EF4-FFF2-40B4-BE49-F238E27FC236}">
                <a16:creationId xmlns:a16="http://schemas.microsoft.com/office/drawing/2014/main" id="{A3462211-E1BA-E90A-00F8-E717C7293E42}"/>
              </a:ext>
            </a:extLst>
          </p:cNvPr>
          <p:cNvSpPr/>
          <p:nvPr userDrawn="1"/>
        </p:nvSpPr>
        <p:spPr>
          <a:xfrm>
            <a:off x="-2282"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77886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6309821" cy="731520"/>
          </a:xfrm>
          <a:prstGeom prst="rect">
            <a:avLst/>
          </a:prstGeom>
        </p:spPr>
        <p:txBody>
          <a:bodyPr anchor="t"/>
          <a:lstStyle>
            <a:lvl1pPr>
              <a:defRPr cap="all" baseline="0"/>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0" y="2145668"/>
            <a:ext cx="6309695" cy="405843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533400" y="6477000"/>
            <a:ext cx="4809999" cy="381000"/>
          </a:xfrm>
          <a:prstGeom prst="rect">
            <a:avLst/>
          </a:prstGeom>
        </p:spPr>
        <p:txBody>
          <a:bodyPr/>
          <a:lstStyle>
            <a:lvl1pPr>
              <a:defRPr>
                <a:solidFill>
                  <a:schemeClr val="tx2"/>
                </a:solidFill>
              </a:defRPr>
            </a:lvl1pPr>
          </a:lstStyle>
          <a:p>
            <a:r>
              <a:rPr lang="en-US"/>
              <a:t>Presentation title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5343525" y="6492875"/>
            <a:ext cx="1033596" cy="381001"/>
          </a:xfrm>
          <a:prstGeom prst="rect">
            <a:avLst/>
          </a:prstGeom>
        </p:spPr>
        <p:txBody>
          <a:bodyPr/>
          <a:lstStyle>
            <a:lvl1pPr>
              <a:defRPr>
                <a:solidFill>
                  <a:schemeClr val="tx2"/>
                </a:solidFill>
              </a:defRPr>
            </a:lvl1pPr>
          </a:lstStyle>
          <a:p>
            <a:fld id="{A036458B-3648-49BD-A4D6-0F9088BB7776}" type="datetime1">
              <a:rPr lang="en-US" smtClean="0"/>
              <a:t>12/2/2025</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413888" y="6476999"/>
            <a:ext cx="429207"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 name="Picture Placeholder 2">
            <a:extLst>
              <a:ext uri="{FF2B5EF4-FFF2-40B4-BE49-F238E27FC236}">
                <a16:creationId xmlns:a16="http://schemas.microsoft.com/office/drawing/2014/main" id="{F5064846-7F19-1A60-FFA5-393438EE39E9}"/>
              </a:ext>
            </a:extLst>
          </p:cNvPr>
          <p:cNvSpPr>
            <a:spLocks noGrp="1"/>
          </p:cNvSpPr>
          <p:nvPr>
            <p:ph type="pic" sz="quarter" idx="13" hasCustomPrompt="1"/>
          </p:nvPr>
        </p:nvSpPr>
        <p:spPr>
          <a:xfrm>
            <a:off x="7791446"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6" name="Rectangle 5">
            <a:extLst>
              <a:ext uri="{FF2B5EF4-FFF2-40B4-BE49-F238E27FC236}">
                <a16:creationId xmlns:a16="http://schemas.microsoft.com/office/drawing/2014/main" id="{B87C63CE-38F9-6D67-7C23-42944811492E}"/>
              </a:ext>
            </a:extLst>
          </p:cNvPr>
          <p:cNvSpPr/>
          <p:nvPr userDrawn="1"/>
        </p:nvSpPr>
        <p:spPr>
          <a:xfrm>
            <a:off x="7789164"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a:extLst>
              <a:ext uri="{FF2B5EF4-FFF2-40B4-BE49-F238E27FC236}">
                <a16:creationId xmlns:a16="http://schemas.microsoft.com/office/drawing/2014/main" id="{E209D7E2-AB21-4057-B204-85F36DA5484C}"/>
              </a:ext>
            </a:extLst>
          </p:cNvPr>
          <p:cNvSpPr/>
          <p:nvPr userDrawn="1"/>
        </p:nvSpPr>
        <p:spPr>
          <a:xfrm>
            <a:off x="645959"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3610413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3" y="1016955"/>
            <a:ext cx="7026437" cy="731520"/>
          </a:xfrm>
          <a:prstGeom prst="rect">
            <a:avLst/>
          </a:prstGeom>
        </p:spPr>
        <p:txBody>
          <a:bodyPr anchor="t"/>
          <a:lstStyle>
            <a:lvl1pPr>
              <a:defRPr cap="all" baseline="0"/>
            </a:lvl1pPr>
          </a:lstStyle>
          <a:p>
            <a:r>
              <a:rPr lang="en-US" dirty="0"/>
              <a:t>Click to edit Master title style</a:t>
            </a:r>
          </a:p>
        </p:txBody>
      </p:sp>
      <p:sp>
        <p:nvSpPr>
          <p:cNvPr id="38" name="Picture Placeholder 37">
            <a:extLst>
              <a:ext uri="{FF2B5EF4-FFF2-40B4-BE49-F238E27FC236}">
                <a16:creationId xmlns:a16="http://schemas.microsoft.com/office/drawing/2014/main" id="{87476243-EB8F-9EFF-F789-0088ABBB0FBF}"/>
              </a:ext>
            </a:extLst>
          </p:cNvPr>
          <p:cNvSpPr>
            <a:spLocks noGrp="1"/>
          </p:cNvSpPr>
          <p:nvPr>
            <p:ph type="pic" sz="quarter" idx="13" hasCustomPrompt="1"/>
          </p:nvPr>
        </p:nvSpPr>
        <p:spPr>
          <a:xfrm>
            <a:off x="0"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2145668"/>
            <a:ext cx="7026432" cy="407733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7" y="6477000"/>
            <a:ext cx="5426231" cy="381000"/>
          </a:xfrm>
          <a:prstGeom prst="rect">
            <a:avLst/>
          </a:prstGeo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10058404" y="6477000"/>
            <a:ext cx="942970" cy="381000"/>
          </a:xfrm>
          <a:prstGeom prst="rect">
            <a:avLst/>
          </a:prstGeom>
        </p:spPr>
        <p:txBody>
          <a:bodyPr/>
          <a:lstStyle>
            <a:lvl1pPr>
              <a:defRPr>
                <a:solidFill>
                  <a:schemeClr val="tx2"/>
                </a:solidFill>
              </a:defRPr>
            </a:lvl1pPr>
          </a:lstStyle>
          <a:p>
            <a:fld id="{2A1E8540-4D23-42CD-8A63-F2EAD91093A7}" type="datetime1">
              <a:rPr lang="en-US" smtClean="0"/>
              <a:t>12/2/2025</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01374" y="6477000"/>
            <a:ext cx="657226"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5" name="Freeform 4">
            <a:extLst>
              <a:ext uri="{FF2B5EF4-FFF2-40B4-BE49-F238E27FC236}">
                <a16:creationId xmlns:a16="http://schemas.microsoft.com/office/drawing/2014/main" id="{ECF4FA5C-D406-8202-9143-DAEA62C5C872}"/>
              </a:ext>
            </a:extLst>
          </p:cNvPr>
          <p:cNvSpPr/>
          <p:nvPr userDrawn="1"/>
        </p:nvSpPr>
        <p:spPr>
          <a:xfrm>
            <a:off x="0"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5">
            <a:extLst>
              <a:ext uri="{FF2B5EF4-FFF2-40B4-BE49-F238E27FC236}">
                <a16:creationId xmlns:a16="http://schemas.microsoft.com/office/drawing/2014/main" id="{082645EB-0315-BBF0-B28C-6A31158DE8D1}"/>
              </a:ext>
            </a:extLst>
          </p:cNvPr>
          <p:cNvSpPr/>
          <p:nvPr userDrawn="1"/>
        </p:nvSpPr>
        <p:spPr>
          <a:xfrm>
            <a:off x="3997235"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100571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6858000" cy="731519"/>
          </a:xfrm>
          <a:prstGeom prst="rect">
            <a:avLst/>
          </a:prstGeom>
        </p:spPr>
        <p:txBody>
          <a:bodyPr anchor="t"/>
          <a:lstStyle>
            <a:lvl1pPr>
              <a:defRPr cap="all" baseline="0"/>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1" y="2145668"/>
            <a:ext cx="6858000" cy="409352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1" y="6464300"/>
            <a:ext cx="5366715" cy="399514"/>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900115" y="6464300"/>
            <a:ext cx="929303" cy="399514"/>
          </a:xfrm>
          <a:prstGeom prst="rect">
            <a:avLst/>
          </a:prstGeom>
        </p:spPr>
        <p:txBody>
          <a:bodyPr/>
          <a:lstStyle>
            <a:lvl1pPr>
              <a:defRPr>
                <a:solidFill>
                  <a:schemeClr val="tx2"/>
                </a:solidFill>
              </a:defRPr>
            </a:lvl1pPr>
          </a:lstStyle>
          <a:p>
            <a:fld id="{73B456EB-19FD-4A38-8010-F86DE924658C}" type="datetime1">
              <a:rPr lang="en-US" smtClean="0"/>
              <a:t>12/2/2025</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6829424" y="6464300"/>
            <a:ext cx="561977" cy="399514"/>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6" name="Picture Placeholder 5">
            <a:extLst>
              <a:ext uri="{FF2B5EF4-FFF2-40B4-BE49-F238E27FC236}">
                <a16:creationId xmlns:a16="http://schemas.microsoft.com/office/drawing/2014/main" id="{070CE66A-15FE-D8FB-D711-D3BB0755F0D1}"/>
              </a:ext>
            </a:extLst>
          </p:cNvPr>
          <p:cNvSpPr>
            <a:spLocks noGrp="1"/>
          </p:cNvSpPr>
          <p:nvPr>
            <p:ph type="pic" sz="quarter" idx="18" hasCustomPrompt="1"/>
          </p:nvPr>
        </p:nvSpPr>
        <p:spPr>
          <a:xfrm>
            <a:off x="8193866"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E19B021D-A5A3-D515-C491-988160E0708C}"/>
              </a:ext>
            </a:extLst>
          </p:cNvPr>
          <p:cNvSpPr/>
          <p:nvPr userDrawn="1"/>
        </p:nvSpPr>
        <p:spPr>
          <a:xfrm>
            <a:off x="8172447"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F6879252-7B61-583A-CF4D-92BF27416ADC}"/>
              </a:ext>
            </a:extLst>
          </p:cNvPr>
          <p:cNvSpPr/>
          <p:nvPr userDrawn="1"/>
        </p:nvSpPr>
        <p:spPr>
          <a:xfrm>
            <a:off x="633137"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514554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9478" y="1016955"/>
            <a:ext cx="4429122" cy="1328932"/>
          </a:xfrm>
          <a:prstGeom prst="rect">
            <a:avLst/>
          </a:prstGeom>
        </p:spPr>
        <p:txBody>
          <a:bodyPr anchor="b">
            <a:normAutofit/>
          </a:bodyPr>
          <a:lstStyle>
            <a:lvl1pPr>
              <a:defRPr sz="3600" cap="all" baseline="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6383"/>
            <a:ext cx="6492240"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9478" y="2495233"/>
            <a:ext cx="4429121" cy="372776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229479" y="6477000"/>
            <a:ext cx="2828920" cy="381000"/>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4" y="6477000"/>
            <a:ext cx="942976" cy="381000"/>
          </a:xfrm>
          <a:prstGeom prst="rect">
            <a:avLst/>
          </a:prstGeom>
        </p:spPr>
        <p:txBody>
          <a:bodyPr/>
          <a:lstStyle>
            <a:lvl1pPr>
              <a:defRPr>
                <a:solidFill>
                  <a:schemeClr val="tx2"/>
                </a:solidFill>
                <a:effectLst/>
              </a:defRPr>
            </a:lvl1pPr>
          </a:lstStyle>
          <a:p>
            <a:fld id="{82FD4696-74E2-4970-BC78-F6CE4130DF59}" type="datetime1">
              <a:rPr lang="en-US" smtClean="0"/>
              <a:t>12/2/2025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9" y="6477000"/>
            <a:ext cx="657221"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63" name="Freeform 62">
            <a:extLst>
              <a:ext uri="{FF2B5EF4-FFF2-40B4-BE49-F238E27FC236}">
                <a16:creationId xmlns:a16="http://schemas.microsoft.com/office/drawing/2014/main" id="{7A28C34C-6E29-8131-3040-4DAF8132CA12}"/>
              </a:ext>
            </a:extLst>
          </p:cNvPr>
          <p:cNvSpPr/>
          <p:nvPr/>
        </p:nvSpPr>
        <p:spPr>
          <a:xfrm>
            <a:off x="6487084"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18898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4573438" cy="1328932"/>
          </a:xfrm>
          <a:prstGeom prst="rect">
            <a:avLst/>
          </a:prstGeom>
        </p:spPr>
        <p:txBody>
          <a:bodyPr anchor="t">
            <a:noAutofit/>
          </a:bodyPr>
          <a:lstStyle>
            <a:lvl1pPr>
              <a:defRPr sz="3600" cap="all" baseline="0">
                <a:solidFill>
                  <a:schemeClr val="tx2"/>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33401" y="2495232"/>
            <a:ext cx="4573438"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2921550" cy="381000"/>
          </a:xfrm>
          <a:prstGeom prst="rect">
            <a:avLst/>
          </a:prstGeom>
        </p:spPr>
        <p:txBody>
          <a:bodyPr/>
          <a:lstStyle>
            <a:lvl1pPr>
              <a:defRPr>
                <a:solidFill>
                  <a:schemeClr val="tx2"/>
                </a:solidFill>
                <a:effectLst/>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54946" y="6477000"/>
            <a:ext cx="1100995" cy="381000"/>
          </a:xfrm>
          <a:prstGeom prst="rect">
            <a:avLst/>
          </a:prstGeom>
        </p:spPr>
        <p:txBody>
          <a:bodyPr/>
          <a:lstStyle>
            <a:lvl1pPr>
              <a:defRPr>
                <a:solidFill>
                  <a:schemeClr val="tx2"/>
                </a:solidFill>
              </a:defRPr>
            </a:lvl1pPr>
          </a:lstStyle>
          <a:p>
            <a:fld id="{71ADCD4E-3EB5-4828-8896-DAF01418F813}" type="datetime1">
              <a:rPr lang="en-US" smtClean="0"/>
              <a:t>12/2/2025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553312" y="6477000"/>
            <a:ext cx="552253" cy="381000"/>
          </a:xfrm>
          <a:prstGeom prst="rect">
            <a:avLst/>
          </a:prstGeom>
        </p:spPr>
        <p:txBody>
          <a:bodyPr/>
          <a:lstStyle>
            <a:lvl1pPr>
              <a:defRPr>
                <a:solidFill>
                  <a:schemeClr val="tx2"/>
                </a:solidFill>
                <a:effectLst/>
              </a:defRPr>
            </a:lvl1pPr>
          </a:lstStyle>
          <a:p>
            <a:fld id="{AEAA3239-9EA4-4A65-A281-97F994456D9F}"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103B3571-8BEB-7B5F-5141-60BE7E4F2B98}"/>
              </a:ext>
            </a:extLst>
          </p:cNvPr>
          <p:cNvSpPr/>
          <p:nvPr userDrawn="1"/>
        </p:nvSpPr>
        <p:spPr>
          <a:xfrm>
            <a:off x="631405"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959615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2" y="1016955"/>
            <a:ext cx="3445937" cy="1328932"/>
          </a:xfrm>
          <a:prstGeom prst="rect">
            <a:avLst/>
          </a:prstGeom>
        </p:spPr>
        <p:txBody>
          <a:bodyPr anchor="t">
            <a:normAutofit/>
          </a:bodyPr>
          <a:lstStyle>
            <a:lvl1pPr>
              <a:defRPr sz="3600" cap="all" baseline="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5" name="Content Placeholder 7">
            <a:extLst>
              <a:ext uri="{FF2B5EF4-FFF2-40B4-BE49-F238E27FC236}">
                <a16:creationId xmlns:a16="http://schemas.microsoft.com/office/drawing/2014/main" id="{8851C855-D5E5-B064-989B-863B11B75D0B}"/>
              </a:ext>
            </a:extLst>
          </p:cNvPr>
          <p:cNvSpPr>
            <a:spLocks noGrp="1"/>
          </p:cNvSpPr>
          <p:nvPr>
            <p:ph sz="quarter" idx="18"/>
          </p:nvPr>
        </p:nvSpPr>
        <p:spPr>
          <a:xfrm>
            <a:off x="8212663" y="2495232"/>
            <a:ext cx="3445936" cy="372776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477000"/>
            <a:ext cx="2012061" cy="381000"/>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477000"/>
            <a:ext cx="922372" cy="381000"/>
          </a:xfrm>
          <a:prstGeom prst="rect">
            <a:avLst/>
          </a:prstGeom>
        </p:spPr>
        <p:txBody>
          <a:bodyPr/>
          <a:lstStyle>
            <a:lvl1pPr>
              <a:defRPr>
                <a:solidFill>
                  <a:schemeClr val="tx2"/>
                </a:solidFill>
              </a:defRPr>
            </a:lvl1pPr>
          </a:lstStyle>
          <a:p>
            <a:fld id="{A620E8D4-9784-4902-913C-374378762F57}" type="datetime1">
              <a:rPr lang="en-US" smtClean="0"/>
              <a:t>12/2/2025</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477000"/>
            <a:ext cx="511504"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6" name="Freeform 5">
            <a:extLst>
              <a:ext uri="{FF2B5EF4-FFF2-40B4-BE49-F238E27FC236}">
                <a16:creationId xmlns:a16="http://schemas.microsoft.com/office/drawing/2014/main" id="{7B50E9EA-081E-416A-00DA-0B2838C4BC29}"/>
              </a:ext>
            </a:extLst>
          </p:cNvPr>
          <p:cNvSpPr/>
          <p:nvPr/>
        </p:nvSpPr>
        <p:spPr>
          <a:xfrm>
            <a:off x="7584144" y="570989"/>
            <a:ext cx="4074456" cy="64011"/>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8350037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275" y="1016955"/>
            <a:ext cx="3445936" cy="1328932"/>
          </a:xfrm>
          <a:prstGeom prst="rect">
            <a:avLst/>
          </a:prstGeom>
        </p:spPr>
        <p:txBody>
          <a:bodyPr anchor="t">
            <a:normAutofit/>
          </a:bodyPr>
          <a:lstStyle>
            <a:lvl1pPr>
              <a:defRPr sz="3600" cap="all" baseline="0">
                <a:solidFill>
                  <a:schemeClr val="tx2"/>
                </a:solidFill>
              </a:defRPr>
            </a:lvl1pPr>
          </a:lstStyle>
          <a:p>
            <a:r>
              <a:rPr lang="en-US" dirty="0"/>
              <a:t>Click to edit Master title style</a:t>
            </a:r>
          </a:p>
        </p:txBody>
      </p:sp>
      <p:sp>
        <p:nvSpPr>
          <p:cNvPr id="6" name="Content Placeholder 7">
            <a:extLst>
              <a:ext uri="{FF2B5EF4-FFF2-40B4-BE49-F238E27FC236}">
                <a16:creationId xmlns:a16="http://schemas.microsoft.com/office/drawing/2014/main" id="{7056A831-274A-4E01-51DC-29FC50834A4F}"/>
              </a:ext>
            </a:extLst>
          </p:cNvPr>
          <p:cNvSpPr>
            <a:spLocks noGrp="1"/>
          </p:cNvSpPr>
          <p:nvPr>
            <p:ph sz="quarter" idx="18"/>
          </p:nvPr>
        </p:nvSpPr>
        <p:spPr>
          <a:xfrm>
            <a:off x="533400" y="2495232"/>
            <a:ext cx="3445936"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533400" y="6477000"/>
            <a:ext cx="2076777" cy="381000"/>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610177" y="6477000"/>
            <a:ext cx="949766" cy="381000"/>
          </a:xfrm>
          <a:prstGeom prst="rect">
            <a:avLst/>
          </a:prstGeom>
        </p:spPr>
        <p:txBody>
          <a:bodyPr/>
          <a:lstStyle>
            <a:lvl1pPr>
              <a:defRPr>
                <a:solidFill>
                  <a:schemeClr val="tx2"/>
                </a:solidFill>
              </a:defRPr>
            </a:lvl1pPr>
          </a:lstStyle>
          <a:p>
            <a:fld id="{A48BB81F-FF8D-4CDB-8C81-6D8C7DBC8B8C}" type="datetime1">
              <a:rPr lang="en-US" smtClean="0"/>
              <a:t>12/2/2025</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559943" y="6477000"/>
            <a:ext cx="429207"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7" name="Picture Placeholder 10">
            <a:extLst>
              <a:ext uri="{FF2B5EF4-FFF2-40B4-BE49-F238E27FC236}">
                <a16:creationId xmlns:a16="http://schemas.microsoft.com/office/drawing/2014/main" id="{0BBEF0D8-DF37-CB82-D6FC-4B18E864B26C}"/>
              </a:ext>
            </a:extLst>
          </p:cNvPr>
          <p:cNvSpPr>
            <a:spLocks noGrp="1"/>
          </p:cNvSpPr>
          <p:nvPr>
            <p:ph type="pic" sz="quarter" idx="13" hasCustomPrompt="1"/>
          </p:nvPr>
        </p:nvSpPr>
        <p:spPr>
          <a:xfrm>
            <a:off x="4602979"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8DC2254B-5D42-9D5B-16C8-9FAF562F458A}"/>
              </a:ext>
            </a:extLst>
          </p:cNvPr>
          <p:cNvSpPr/>
          <p:nvPr userDrawn="1"/>
        </p:nvSpPr>
        <p:spPr>
          <a:xfrm>
            <a:off x="615697" y="570989"/>
            <a:ext cx="3987282" cy="64012"/>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365066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1016955"/>
            <a:ext cx="2770539" cy="1875475"/>
          </a:xfrm>
          <a:prstGeom prst="rect">
            <a:avLst/>
          </a:prstGeom>
        </p:spPr>
        <p:txBody>
          <a:bodyPr anchor="t"/>
          <a:lstStyle>
            <a:lvl1pPr>
              <a:defRPr cap="all" baseline="0">
                <a:solidFill>
                  <a:schemeClr val="tx2"/>
                </a:solidFill>
              </a:defRPr>
            </a:lvl1pPr>
          </a:lstStyle>
          <a:p>
            <a:r>
              <a:rPr lang="en-US" dirty="0"/>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769544" cy="28449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477000"/>
            <a:ext cx="1404460" cy="381000"/>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477000"/>
            <a:ext cx="708857" cy="381000"/>
          </a:xfrm>
          <a:prstGeom prst="rect">
            <a:avLst/>
          </a:prstGeom>
        </p:spPr>
        <p:txBody>
          <a:bodyPr/>
          <a:lstStyle>
            <a:lvl1pPr>
              <a:defRPr>
                <a:solidFill>
                  <a:schemeClr val="tx2"/>
                </a:solidFill>
                <a:effectLst/>
              </a:defRPr>
            </a:lvl1pPr>
          </a:lstStyle>
          <a:p>
            <a:fld id="{CD491FD6-320B-4F77-8F99-6D2F5BCDF640}" type="datetime1">
              <a:rPr lang="en-US" smtClean="0"/>
              <a:t>12/2/2025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80" y="6477000"/>
            <a:ext cx="657220"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 name="Freeform 2">
            <a:extLst>
              <a:ext uri="{FF2B5EF4-FFF2-40B4-BE49-F238E27FC236}">
                <a16:creationId xmlns:a16="http://schemas.microsoft.com/office/drawing/2014/main" id="{3AEE3D4D-61F7-E7A0-0EB4-DE705A2CAF60}"/>
              </a:ext>
            </a:extLst>
          </p:cNvPr>
          <p:cNvSpPr/>
          <p:nvPr userDrawn="1"/>
        </p:nvSpPr>
        <p:spPr>
          <a:xfrm>
            <a:off x="8326322" y="570989"/>
            <a:ext cx="3332277"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6090979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2781551" cy="1858941"/>
          </a:xfrm>
          <a:prstGeom prst="rect">
            <a:avLst/>
          </a:prstGeom>
        </p:spPr>
        <p:txBody>
          <a:bodyPr anchor="t"/>
          <a:lstStyle>
            <a:lvl1pPr>
              <a:defRPr cap="all" baseline="0">
                <a:solidFill>
                  <a:schemeClr val="tx2"/>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34574" y="3011335"/>
            <a:ext cx="2775463" cy="26562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1486757" cy="381000"/>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020157" y="6477000"/>
            <a:ext cx="793862" cy="381000"/>
          </a:xfrm>
          <a:prstGeom prst="rect">
            <a:avLst/>
          </a:prstGeom>
        </p:spPr>
        <p:txBody>
          <a:bodyPr/>
          <a:lstStyle>
            <a:lvl1pPr>
              <a:defRPr>
                <a:solidFill>
                  <a:schemeClr val="tx2"/>
                </a:solidFill>
                <a:effectLst/>
              </a:defRPr>
            </a:lvl1pPr>
          </a:lstStyle>
          <a:p>
            <a:fld id="{864B6C62-EAB8-4FD5-A3F3-DE2355691BC8}" type="datetime1">
              <a:rPr lang="en-US" smtClean="0"/>
              <a:t>12/2/2025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2819401" y="6477000"/>
            <a:ext cx="490636"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6" name="Picture Placeholder 9">
            <a:extLst>
              <a:ext uri="{FF2B5EF4-FFF2-40B4-BE49-F238E27FC236}">
                <a16:creationId xmlns:a16="http://schemas.microsoft.com/office/drawing/2014/main" id="{ED5D7D43-775B-F6E3-C000-80A73E78190A}"/>
              </a:ext>
            </a:extLst>
          </p:cNvPr>
          <p:cNvSpPr>
            <a:spLocks noGrp="1"/>
          </p:cNvSpPr>
          <p:nvPr>
            <p:ph type="pic" sz="quarter" idx="13" hasCustomPrompt="1"/>
          </p:nvPr>
        </p:nvSpPr>
        <p:spPr>
          <a:xfrm>
            <a:off x="3860295"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7" name="Freeform 36">
            <a:extLst>
              <a:ext uri="{FF2B5EF4-FFF2-40B4-BE49-F238E27FC236}">
                <a16:creationId xmlns:a16="http://schemas.microsoft.com/office/drawing/2014/main" id="{95BE6104-7C9B-2481-1421-76CDDAC8D30F}"/>
              </a:ext>
            </a:extLst>
          </p:cNvPr>
          <p:cNvSpPr/>
          <p:nvPr/>
        </p:nvSpPr>
        <p:spPr>
          <a:xfrm>
            <a:off x="615697" y="570345"/>
            <a:ext cx="3239216"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347189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4742811"/>
            <a:ext cx="3867144" cy="1734189"/>
          </a:xfrm>
          <a:prstGeom prst="rect">
            <a:avLst/>
          </a:prstGeom>
        </p:spPr>
        <p:txBody>
          <a:bodyPr anchor="t">
            <a:noAutofit/>
          </a:bodyPr>
          <a:lstStyle>
            <a:lvl1pPr>
              <a:defRPr sz="3600" cap="all" baseline="0">
                <a:solidFill>
                  <a:schemeClr val="tx2"/>
                </a:solidFill>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361811"/>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62527" y="4727571"/>
            <a:ext cx="6696073" cy="1749428"/>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3033A7FD-07F9-4FAA-B120-4F4AB0134804}" type="datetime1">
              <a:rPr lang="en-US" smtClean="0"/>
              <a:t>12/2/2025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8000123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3623948"/>
            <a:ext cx="3486152" cy="2599051"/>
          </a:xfrm>
          <a:prstGeom prst="rect">
            <a:avLst/>
          </a:prstGeom>
        </p:spPr>
        <p:txBody>
          <a:bodyPr anchor="t">
            <a:normAutofit/>
          </a:bodyPr>
          <a:lstStyle>
            <a:lvl1pPr>
              <a:defRPr sz="3600" cap="all" baseline="0">
                <a:solidFill>
                  <a:schemeClr val="tx2"/>
                </a:solidFill>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242949"/>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05936" y="3623949"/>
            <a:ext cx="7252664" cy="25990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A708C1C0-E3FE-42AC-82A3-E6DC4F473B5F}" type="datetime1">
              <a:rPr lang="en-US" smtClean="0"/>
              <a:t>12/2/2025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5767439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2924179" cy="1773540"/>
          </a:xfrm>
          <a:prstGeom prst="rect">
            <a:avLst/>
          </a:prstGeom>
        </p:spPr>
        <p:txBody>
          <a:bodyPr anchor="t">
            <a:normAutofit/>
          </a:bodyPr>
          <a:lstStyle>
            <a:lvl1pPr>
              <a:defRPr sz="3600" cap="all" baseline="0">
                <a:solidFill>
                  <a:schemeClr val="tx2"/>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0"/>
            <a:ext cx="9138609" cy="409729"/>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672014" y="0"/>
            <a:ext cx="1329365" cy="409729"/>
          </a:xfrm>
          <a:prstGeom prst="rect">
            <a:avLst/>
          </a:prstGeom>
        </p:spPr>
        <p:txBody>
          <a:bodyPr/>
          <a:lstStyle>
            <a:lvl1pPr>
              <a:defRPr>
                <a:solidFill>
                  <a:schemeClr val="tx2"/>
                </a:solidFill>
              </a:defRPr>
            </a:lvl1pPr>
          </a:lstStyle>
          <a:p>
            <a:fld id="{2E239508-6CC3-49FE-83E6-A4065CA8777B}" type="datetime1">
              <a:rPr lang="en-US" smtClean="0"/>
              <a:t>12/2/2025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9" y="0"/>
            <a:ext cx="657221" cy="409729"/>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2" y="1001715"/>
            <a:ext cx="7639048" cy="2232334"/>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10">
            <a:extLst>
              <a:ext uri="{FF2B5EF4-FFF2-40B4-BE49-F238E27FC236}">
                <a16:creationId xmlns:a16="http://schemas.microsoft.com/office/drawing/2014/main" id="{4F7C1A4C-ACA8-3A17-4922-8A9094FFB30A}"/>
              </a:ext>
            </a:extLst>
          </p:cNvPr>
          <p:cNvSpPr>
            <a:spLocks noGrp="1"/>
          </p:cNvSpPr>
          <p:nvPr>
            <p:ph type="pic" sz="quarter" idx="13" hasCustomPrompt="1"/>
          </p:nvPr>
        </p:nvSpPr>
        <p:spPr>
          <a:xfrm>
            <a:off x="-1" y="3623947"/>
            <a:ext cx="12192000" cy="3234054"/>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64310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200" cy="731520"/>
          </a:xfrm>
          <a:prstGeom prst="rect">
            <a:avLst/>
          </a:prstGeom>
        </p:spPr>
        <p:txBody>
          <a:bodyPr anchor="t"/>
          <a:lstStyle>
            <a:lvl1pPr>
              <a:defRPr cap="all" baseline="0">
                <a:solidFill>
                  <a:schemeClr val="tx2"/>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399" y="2145668"/>
            <a:ext cx="4810129" cy="4378006"/>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6476999"/>
            <a:ext cx="3315941" cy="381001"/>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854723" y="6476998"/>
            <a:ext cx="942979" cy="381002"/>
          </a:xfrm>
          <a:prstGeom prst="rect">
            <a:avLst/>
          </a:prstGeom>
        </p:spPr>
        <p:txBody>
          <a:bodyPr/>
          <a:lstStyle>
            <a:lvl1pPr>
              <a:defRPr>
                <a:solidFill>
                  <a:schemeClr val="tx2"/>
                </a:solidFill>
              </a:defRPr>
            </a:lvl1pPr>
          </a:lstStyle>
          <a:p>
            <a:fld id="{FF5E1F8C-A11C-4B7E-B523-87C003E86ACE}" type="datetime1">
              <a:rPr lang="en-US" smtClean="0"/>
              <a:t>12/2/2025</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797698" y="6492239"/>
            <a:ext cx="551213"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900120" y="2129475"/>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a:r>
              <a:rPr lang="en-US" dirty="0"/>
              <a:t> </a:t>
            </a:r>
          </a:p>
        </p:txBody>
      </p:sp>
      <p:sp>
        <p:nvSpPr>
          <p:cNvPr id="3" name="Rectangle 2">
            <a:extLst>
              <a:ext uri="{FF2B5EF4-FFF2-40B4-BE49-F238E27FC236}">
                <a16:creationId xmlns:a16="http://schemas.microsoft.com/office/drawing/2014/main" id="{9F7D2DCB-EC64-46B8-8C3D-7FA6E5EABD76}"/>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9522250"/>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293EDC19-2576-AA88-E064-C7C747F16FCD}"/>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0969753" cy="731519"/>
          </a:xfrm>
          <a:prstGeom prst="rect">
            <a:avLst/>
          </a:prstGeom>
        </p:spPr>
        <p:txBody>
          <a:bodyPr anchor="t"/>
          <a:lstStyle>
            <a:lvl1pPr>
              <a:defRPr cap="all" baseline="0">
                <a:solidFill>
                  <a:schemeClr val="tx2"/>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0" y="2145668"/>
            <a:ext cx="4810129" cy="4093525"/>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900120" y="2129474"/>
            <a:ext cx="5758479" cy="4093525"/>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6477000"/>
            <a:ext cx="8582017" cy="381000"/>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110043" y="6477000"/>
            <a:ext cx="1891326" cy="381000"/>
          </a:xfrm>
          <a:prstGeom prst="rect">
            <a:avLst/>
          </a:prstGeom>
        </p:spPr>
        <p:txBody>
          <a:bodyPr/>
          <a:lstStyle>
            <a:lvl1pPr>
              <a:defRPr>
                <a:solidFill>
                  <a:schemeClr val="tx2"/>
                </a:solidFill>
              </a:defRPr>
            </a:lvl1pPr>
          </a:lstStyle>
          <a:p>
            <a:fld id="{92E987CE-97DC-4010-9BA9-B6C1C088F588}" type="datetime1">
              <a:rPr lang="en-US" smtClean="0"/>
              <a:t>12/2/2025</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68" y="6492240"/>
            <a:ext cx="657231"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9880260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199" cy="731519"/>
          </a:xfrm>
          <a:prstGeom prst="rect">
            <a:avLst/>
          </a:prstGeom>
        </p:spPr>
        <p:txBody>
          <a:bodyPr anchor="t"/>
          <a:lstStyle>
            <a:lvl1pPr>
              <a:defRPr cap="all" baseline="0">
                <a:solidFill>
                  <a:schemeClr val="tx2"/>
                </a:solidFill>
              </a:defRPr>
            </a:lvl1pPr>
          </a:lstStyle>
          <a:p>
            <a:r>
              <a:rPr lang="en-US" dirty="0"/>
              <a:t>Click to edit Master title style</a:t>
            </a:r>
          </a:p>
        </p:txBody>
      </p:sp>
      <p:sp>
        <p:nvSpPr>
          <p:cNvPr id="36" name="Picture Placeholder 11">
            <a:extLst>
              <a:ext uri="{FF2B5EF4-FFF2-40B4-BE49-F238E27FC236}">
                <a16:creationId xmlns:a16="http://schemas.microsoft.com/office/drawing/2014/main" id="{61ACD7CC-7A35-CC8D-F7DA-128B795065B1}"/>
              </a:ext>
            </a:extLst>
          </p:cNvPr>
          <p:cNvSpPr>
            <a:spLocks noGrp="1"/>
          </p:cNvSpPr>
          <p:nvPr>
            <p:ph type="pic" sz="quarter" idx="18" hasCustomPrompt="1"/>
          </p:nvPr>
        </p:nvSpPr>
        <p:spPr>
          <a:xfrm>
            <a:off x="0" y="2145668"/>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43095" y="2145668"/>
            <a:ext cx="4815505" cy="419049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843095" y="6492240"/>
            <a:ext cx="3215297" cy="365760"/>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398" y="6492240"/>
            <a:ext cx="942982" cy="365760"/>
          </a:xfrm>
          <a:prstGeom prst="rect">
            <a:avLst/>
          </a:prstGeom>
        </p:spPr>
        <p:txBody>
          <a:bodyPr/>
          <a:lstStyle>
            <a:lvl1pPr>
              <a:defRPr>
                <a:solidFill>
                  <a:schemeClr val="tx2"/>
                </a:solidFill>
              </a:defRPr>
            </a:lvl1pPr>
          </a:lstStyle>
          <a:p>
            <a:fld id="{D3EEA351-3479-4085-8F9E-571D48233D05}" type="datetime1">
              <a:rPr lang="en-US" smtClean="0"/>
              <a:t>12/2/2025</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79" y="6492240"/>
            <a:ext cx="657221"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 name="Rectangle 2">
            <a:extLst>
              <a:ext uri="{FF2B5EF4-FFF2-40B4-BE49-F238E27FC236}">
                <a16:creationId xmlns:a16="http://schemas.microsoft.com/office/drawing/2014/main" id="{54335081-FA52-F16F-A616-E20DA766DB57}"/>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12000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4810129" cy="1269482"/>
          </a:xfrm>
          <a:prstGeom prst="rect">
            <a:avLst/>
          </a:prstGeom>
        </p:spPr>
        <p:txBody>
          <a:bodyPr anchor="t">
            <a:noAutofit/>
          </a:bodyPr>
          <a:lstStyle>
            <a:lvl1pPr>
              <a:defRPr sz="3600" cap="all" baseline="0">
                <a:solidFill>
                  <a:schemeClr val="tx2"/>
                </a:solidFill>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4"/>
            <a:ext cx="4709498" cy="3727766"/>
          </a:xfrm>
          <a:prstGeom prst="rect">
            <a:avLst/>
          </a:prstGeom>
          <a:blipFill dpi="0" rotWithShape="1">
            <a:blip r:embed="rId2">
              <a:alphaModFix amt="60000"/>
            </a:blip>
            <a:srcRect/>
            <a:stretch>
              <a:fillRect/>
            </a:stretch>
          </a:blipFill>
        </p:spPr>
        <p:txBody>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2" y="1010614"/>
            <a:ext cx="5753037" cy="5212386"/>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6999"/>
            <a:ext cx="8576637" cy="381001"/>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507480"/>
            <a:ext cx="1891338" cy="365760"/>
          </a:xfrm>
          <a:prstGeom prst="rect">
            <a:avLst/>
          </a:prstGeom>
        </p:spPr>
        <p:txBody>
          <a:bodyPr/>
          <a:lstStyle>
            <a:lvl1pPr>
              <a:defRPr>
                <a:solidFill>
                  <a:schemeClr val="tx2"/>
                </a:solidFill>
              </a:defRPr>
            </a:lvl1pPr>
          </a:lstStyle>
          <a:p>
            <a:fld id="{DDF7C43B-089F-44C0-B681-481CCE0137A5}" type="datetime1">
              <a:rPr lang="en-US" smtClean="0"/>
              <a:t>12/2/2025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76999"/>
            <a:ext cx="662624"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3" name="Rectangle 2">
            <a:extLst>
              <a:ext uri="{FF2B5EF4-FFF2-40B4-BE49-F238E27FC236}">
                <a16:creationId xmlns:a16="http://schemas.microsoft.com/office/drawing/2014/main" id="{DD765160-0AD1-7CB4-8350-CBCBF4F7DE6D}"/>
              </a:ext>
            </a:extLst>
          </p:cNvPr>
          <p:cNvSpPr/>
          <p:nvPr userDrawn="1"/>
        </p:nvSpPr>
        <p:spPr>
          <a:xfrm>
            <a:off x="634030" y="565606"/>
            <a:ext cx="470949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B0551DE-1F1F-2C48-CB34-005587707E99}"/>
              </a:ext>
            </a:extLst>
          </p:cNvPr>
          <p:cNvSpPr/>
          <p:nvPr userDrawn="1"/>
        </p:nvSpPr>
        <p:spPr>
          <a:xfrm>
            <a:off x="5345730" y="565605"/>
            <a:ext cx="684627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94747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3486153" cy="1316347"/>
          </a:xfrm>
          <a:prstGeom prst="rect">
            <a:avLst/>
          </a:prstGeom>
        </p:spPr>
        <p:txBody>
          <a:bodyPr anchor="t">
            <a:noAutofit/>
          </a:bodyPr>
          <a:lstStyle>
            <a:lvl1pPr>
              <a:defRPr sz="3600" cap="all" baseline="0">
                <a:solidFill>
                  <a:schemeClr val="tx2"/>
                </a:solidFill>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3"/>
            <a:ext cx="3385517" cy="3727765"/>
          </a:xfrm>
          <a:prstGeom prst="rect">
            <a:avLst/>
          </a:prstGeom>
          <a:blipFill dpi="0" rotWithShape="1">
            <a:blip r:embed="rId2">
              <a:alphaModFix amt="60000"/>
            </a:blip>
            <a:srcRect/>
            <a:stretch>
              <a:fillRect/>
            </a:stretch>
          </a:blipFill>
        </p:spPr>
        <p:txBody>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576142" y="1016954"/>
            <a:ext cx="7082457" cy="5206045"/>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F7018939-3725-45C4-8448-060C1C945770}" type="datetime1">
              <a:rPr lang="en-US" smtClean="0"/>
              <a:t>12/2/2025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 name="Rectangle 2">
            <a:extLst>
              <a:ext uri="{FF2B5EF4-FFF2-40B4-BE49-F238E27FC236}">
                <a16:creationId xmlns:a16="http://schemas.microsoft.com/office/drawing/2014/main" id="{05CA24FE-7F15-0A35-2050-28F4CE33B91F}"/>
              </a:ext>
            </a:extLst>
          </p:cNvPr>
          <p:cNvSpPr/>
          <p:nvPr userDrawn="1"/>
        </p:nvSpPr>
        <p:spPr>
          <a:xfrm>
            <a:off x="634030" y="565606"/>
            <a:ext cx="3385521"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C9E0A62-7502-AFE4-4860-6DE00EB6D1D5}"/>
              </a:ext>
            </a:extLst>
          </p:cNvPr>
          <p:cNvSpPr/>
          <p:nvPr userDrawn="1"/>
        </p:nvSpPr>
        <p:spPr>
          <a:xfrm>
            <a:off x="4019547" y="565605"/>
            <a:ext cx="8172453"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75299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tx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473C94E-2C8E-3F68-4792-D2F9DD866344}"/>
              </a:ext>
            </a:extLst>
          </p:cNvPr>
          <p:cNvSpPr>
            <a:spLocks noGrp="1"/>
          </p:cNvSpPr>
          <p:nvPr>
            <p:ph type="title"/>
          </p:nvPr>
        </p:nvSpPr>
        <p:spPr>
          <a:xfrm>
            <a:off x="3462961" y="5109525"/>
            <a:ext cx="8195638" cy="744634"/>
          </a:xfrm>
        </p:spPr>
        <p:txBody>
          <a:bodyPr anchor="b">
            <a:normAutofit/>
          </a:bodyPr>
          <a:lstStyle>
            <a:lvl1pPr>
              <a:defRPr sz="2000" b="1">
                <a:solidFill>
                  <a:schemeClr val="bg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16E6EBA2-EEB8-DB5B-897E-6DAE1530B31E}"/>
              </a:ext>
            </a:extLst>
          </p:cNvPr>
          <p:cNvSpPr>
            <a:spLocks noGrp="1"/>
          </p:cNvSpPr>
          <p:nvPr>
            <p:ph sz="quarter" idx="14" hasCustomPrompt="1"/>
          </p:nvPr>
        </p:nvSpPr>
        <p:spPr>
          <a:xfrm>
            <a:off x="533400" y="533400"/>
            <a:ext cx="11125200" cy="4576763"/>
          </a:xfrm>
        </p:spPr>
        <p:txBody>
          <a:bodyPr>
            <a:normAutofit/>
          </a:bodyPr>
          <a:lstStyle>
            <a:lvl1pPr marL="0" indent="0">
              <a:buNone/>
              <a:defRPr sz="30000" b="0">
                <a:solidFill>
                  <a:schemeClr val="bg1"/>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77000"/>
            <a:ext cx="8576637" cy="381001"/>
          </a:xfrm>
          <a:prstGeom prst="rect">
            <a:avLst/>
          </a:prstGeom>
        </p:spPr>
        <p:txBody>
          <a:bodyPr/>
          <a:lstStyle>
            <a:lvl1pPr>
              <a:defRPr>
                <a:solidFill>
                  <a:schemeClr val="bg1"/>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77000"/>
            <a:ext cx="1880546" cy="381000"/>
          </a:xfrm>
          <a:prstGeom prst="rect">
            <a:avLst/>
          </a:prstGeom>
        </p:spPr>
        <p:txBody>
          <a:bodyPr/>
          <a:lstStyle>
            <a:lvl1pPr>
              <a:defRPr>
                <a:solidFill>
                  <a:schemeClr val="bg1"/>
                </a:solidFill>
              </a:defRPr>
            </a:lvl1pPr>
          </a:lstStyle>
          <a:p>
            <a:fld id="{A5A68E59-4168-43B1-871D-9D793958CB73}" type="datetime1">
              <a:rPr lang="en-US" smtClean="0"/>
              <a:t>12/2/2025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bg1"/>
                </a:solidFill>
              </a:defRPr>
            </a:lvl1pPr>
          </a:lstStyle>
          <a:p>
            <a:fld id="{AEAA3239-9EA4-4A65-A281-97F994456D9F}" type="slidenum">
              <a:rPr lang="en-US" smtClean="0"/>
              <a:pPr/>
              <a:t>‹#›</a:t>
            </a:fld>
            <a:endParaRPr lang="en-US" dirty="0"/>
          </a:p>
        </p:txBody>
      </p:sp>
      <p:sp>
        <p:nvSpPr>
          <p:cNvPr id="36" name="Rectangle 35">
            <a:extLst>
              <a:ext uri="{FF2B5EF4-FFF2-40B4-BE49-F238E27FC236}">
                <a16:creationId xmlns:a16="http://schemas.microsoft.com/office/drawing/2014/main" id="{CCD9F1A0-57DB-F034-0AB9-2E671ABA4CD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66B7340E-9893-2D44-91EA-76771EE522E6}"/>
              </a:ext>
            </a:extLst>
          </p:cNvPr>
          <p:cNvSpPr/>
          <p:nvPr/>
        </p:nvSpPr>
        <p:spPr>
          <a:xfrm>
            <a:off x="3467745" y="6155911"/>
            <a:ext cx="564228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12162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7598420F-9109-D819-4B18-8ABF253545AF}"/>
              </a:ext>
            </a:extLst>
          </p:cNvPr>
          <p:cNvSpPr>
            <a:spLocks noGrp="1"/>
          </p:cNvSpPr>
          <p:nvPr>
            <p:ph type="title"/>
          </p:nvPr>
        </p:nvSpPr>
        <p:spPr>
          <a:xfrm>
            <a:off x="3462961" y="5109526"/>
            <a:ext cx="8195638" cy="744634"/>
          </a:xfrm>
        </p:spPr>
        <p:txBody>
          <a:bodyPr anchor="b">
            <a:normAutofit/>
          </a:bodyPr>
          <a:lstStyle>
            <a:lvl1pPr>
              <a:defRPr sz="2000" b="1"/>
            </a:lvl1pPr>
          </a:lstStyle>
          <a:p>
            <a:r>
              <a:rPr lang="en-US" dirty="0"/>
              <a:t>Click to edit Master title style</a:t>
            </a:r>
          </a:p>
        </p:txBody>
      </p:sp>
      <p:sp>
        <p:nvSpPr>
          <p:cNvPr id="11" name="Content Placeholder 10">
            <a:extLst>
              <a:ext uri="{FF2B5EF4-FFF2-40B4-BE49-F238E27FC236}">
                <a16:creationId xmlns:a16="http://schemas.microsoft.com/office/drawing/2014/main" id="{1BEF40F6-4B37-BBD3-E0AD-279A48AF21F3}"/>
              </a:ext>
            </a:extLst>
          </p:cNvPr>
          <p:cNvSpPr>
            <a:spLocks noGrp="1"/>
          </p:cNvSpPr>
          <p:nvPr>
            <p:ph sz="quarter" idx="14" hasCustomPrompt="1"/>
          </p:nvPr>
        </p:nvSpPr>
        <p:spPr>
          <a:xfrm>
            <a:off x="1576388" y="533400"/>
            <a:ext cx="10082212" cy="4535488"/>
          </a:xfrm>
        </p:spPr>
        <p:txBody>
          <a:bodyPr anchor="b">
            <a:noAutofit/>
          </a:bodyPr>
          <a:lstStyle>
            <a:lvl1pPr marL="0" indent="0">
              <a:buNone/>
              <a:defRPr sz="30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30C77307-365E-4277-817C-B4BE1A525D2E}" type="datetime1">
              <a:rPr lang="en-US" smtClean="0"/>
              <a:t>12/2/2025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9" name="Rectangle 8">
            <a:extLst>
              <a:ext uri="{FF2B5EF4-FFF2-40B4-BE49-F238E27FC236}">
                <a16:creationId xmlns:a16="http://schemas.microsoft.com/office/drawing/2014/main" id="{E839B9B1-5BEF-4F31-6B44-3CB4CD58885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7548359-EFF8-1F42-7DB6-7D93AD66C2F5}"/>
              </a:ext>
            </a:extLst>
          </p:cNvPr>
          <p:cNvSpPr/>
          <p:nvPr/>
        </p:nvSpPr>
        <p:spPr>
          <a:xfrm>
            <a:off x="3467745" y="6155911"/>
            <a:ext cx="564228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7621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F766B52-229C-C000-F364-4B90D3B58207}"/>
              </a:ext>
            </a:extLst>
          </p:cNvPr>
          <p:cNvSpPr>
            <a:spLocks noGrp="1"/>
          </p:cNvSpPr>
          <p:nvPr>
            <p:ph type="title"/>
          </p:nvPr>
        </p:nvSpPr>
        <p:spPr>
          <a:xfrm>
            <a:off x="533399" y="5503767"/>
            <a:ext cx="8197616" cy="744633"/>
          </a:xfrm>
        </p:spPr>
        <p:txBody>
          <a:bodyPr anchor="b">
            <a:normAutofit/>
          </a:bodyPr>
          <a:lstStyle>
            <a:lvl1pPr>
              <a:defRPr sz="2000" b="1"/>
            </a:lvl1pPr>
          </a:lstStyle>
          <a:p>
            <a:r>
              <a:rPr lang="en-US" dirty="0"/>
              <a:t>Click to edit Master title style</a:t>
            </a:r>
          </a:p>
        </p:txBody>
      </p:sp>
      <p:sp>
        <p:nvSpPr>
          <p:cNvPr id="9" name="Content Placeholder 8">
            <a:extLst>
              <a:ext uri="{FF2B5EF4-FFF2-40B4-BE49-F238E27FC236}">
                <a16:creationId xmlns:a16="http://schemas.microsoft.com/office/drawing/2014/main" id="{339F166E-4119-CF5D-6537-03CAC7026DAD}"/>
              </a:ext>
            </a:extLst>
          </p:cNvPr>
          <p:cNvSpPr>
            <a:spLocks noGrp="1"/>
          </p:cNvSpPr>
          <p:nvPr>
            <p:ph sz="quarter" idx="14" hasCustomPrompt="1"/>
          </p:nvPr>
        </p:nvSpPr>
        <p:spPr>
          <a:xfrm>
            <a:off x="533400" y="533400"/>
            <a:ext cx="8197850" cy="4535488"/>
          </a:xfrm>
        </p:spPr>
        <p:txBody>
          <a:bodyPr>
            <a:normAutofit/>
          </a:bodyPr>
          <a:lstStyle>
            <a:lvl1pPr marL="0" indent="0">
              <a:buNone/>
              <a:defRPr sz="25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533400" y="6477000"/>
            <a:ext cx="5747706" cy="381001"/>
          </a:xfrm>
          <a:prstGeom prst="rect">
            <a:avLst/>
          </a:prstGeo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279139" y="6477000"/>
            <a:ext cx="1783858" cy="381000"/>
          </a:xfrm>
          <a:prstGeom prst="rect">
            <a:avLst/>
          </a:prstGeom>
        </p:spPr>
        <p:txBody>
          <a:bodyPr/>
          <a:lstStyle>
            <a:lvl1pPr>
              <a:defRPr>
                <a:solidFill>
                  <a:schemeClr val="tx2"/>
                </a:solidFill>
              </a:defRPr>
            </a:lvl1pPr>
          </a:lstStyle>
          <a:p>
            <a:fld id="{59233825-4D0E-421F-BAE1-73001CD26D08}" type="datetime1">
              <a:rPr lang="en-US" smtClean="0"/>
              <a:t>12/2/2025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8068391" y="6492241"/>
            <a:ext cx="662624"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2" name="Rectangle 31">
            <a:extLst>
              <a:ext uri="{FF2B5EF4-FFF2-40B4-BE49-F238E27FC236}">
                <a16:creationId xmlns:a16="http://schemas.microsoft.com/office/drawing/2014/main" id="{9B44F338-C24A-72CF-A14A-4F2D72023D14}"/>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0CA27EA-41C5-29B8-12D6-3E865A8BE203}"/>
              </a:ext>
            </a:extLst>
          </p:cNvPr>
          <p:cNvSpPr/>
          <p:nvPr userDrawn="1"/>
        </p:nvSpPr>
        <p:spPr>
          <a:xfrm>
            <a:off x="9110034" y="0"/>
            <a:ext cx="3081966"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3853515-1714-73E5-D625-2A609526F7E8}"/>
              </a:ext>
            </a:extLst>
          </p:cNvPr>
          <p:cNvSpPr/>
          <p:nvPr userDrawn="1"/>
        </p:nvSpPr>
        <p:spPr>
          <a:xfrm>
            <a:off x="9110040" y="565606"/>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14412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6955"/>
            <a:ext cx="11125201" cy="4840285"/>
          </a:xfrm>
          <a:prstGeom prst="rect">
            <a:avLst/>
          </a:prstGeom>
        </p:spPr>
        <p:txBody>
          <a:bodyPr anchor="t">
            <a:noAutofit/>
          </a:bodyPr>
          <a:lstStyle>
            <a:lvl1pPr marL="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1pPr>
            <a:lvl2pPr marL="2286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2pPr>
            <a:lvl3pPr marL="4572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3pPr>
            <a:lvl4pPr marL="6858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4pPr>
            <a:lvl5pPr marL="9144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0"/>
            <a:ext cx="8576637" cy="365761"/>
          </a:xfrm>
          <a:prstGeom prst="rect">
            <a:avLst/>
          </a:prstGeom>
        </p:spPr>
        <p:txBody>
          <a:bodyPr/>
          <a:lstStyle>
            <a:lvl1pPr>
              <a:defRPr>
                <a:solidFill>
                  <a:schemeClr val="bg2"/>
                </a:solidFill>
              </a:defRPr>
            </a:lvl1pPr>
          </a:lstStyle>
          <a:p>
            <a:r>
              <a:rPr lang="en-US"/>
              <a:t>Presentation title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39"/>
            <a:ext cx="1891338" cy="365761"/>
          </a:xfrm>
          <a:prstGeom prst="rect">
            <a:avLst/>
          </a:prstGeom>
        </p:spPr>
        <p:txBody>
          <a:bodyPr/>
          <a:lstStyle>
            <a:lvl1pPr>
              <a:defRPr>
                <a:solidFill>
                  <a:schemeClr val="bg2"/>
                </a:solidFill>
              </a:defRPr>
            </a:lvl1pPr>
          </a:lstStyle>
          <a:p>
            <a:fld id="{3C8A96B5-6C84-4F87-863B-82F8A700BDB6}" type="datetime1">
              <a:rPr lang="en-US" smtClean="0"/>
              <a:t>12/2/2025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95976" y="6492240"/>
            <a:ext cx="662624" cy="365761"/>
          </a:xfrm>
          <a:prstGeom prst="rect">
            <a:avLst/>
          </a:prstGeom>
        </p:spPr>
        <p:txBody>
          <a:bodyPr/>
          <a:lstStyle>
            <a:lvl1pPr>
              <a:defRPr>
                <a:solidFill>
                  <a:schemeClr val="bg2"/>
                </a:solidFill>
              </a:defRPr>
            </a:lvl1pPr>
          </a:lstStyle>
          <a:p>
            <a:fld id="{AEAA3239-9EA4-4A65-A281-97F994456D9F}" type="slidenum">
              <a:rPr lang="en-US" smtClean="0"/>
              <a:pPr/>
              <a:t>‹#›</a:t>
            </a:fld>
            <a:endParaRPr lang="en-US" dirty="0"/>
          </a:p>
        </p:txBody>
      </p:sp>
      <p:sp>
        <p:nvSpPr>
          <p:cNvPr id="6" name="Rectangle 5">
            <a:extLst>
              <a:ext uri="{FF2B5EF4-FFF2-40B4-BE49-F238E27FC236}">
                <a16:creationId xmlns:a16="http://schemas.microsoft.com/office/drawing/2014/main" id="{F810F272-8DCB-3D9F-8EA6-FBDD6B7DFDA3}"/>
              </a:ext>
            </a:extLst>
          </p:cNvPr>
          <p:cNvSpPr/>
          <p:nvPr userDrawn="1"/>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38ED97-EB88-D071-C45A-D0C32569D40D}"/>
              </a:ext>
            </a:extLst>
          </p:cNvPr>
          <p:cNvSpPr/>
          <p:nvPr userDrawn="1"/>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5701026"/>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3308"/>
            <a:ext cx="11125201" cy="5204612"/>
          </a:xfrm>
          <a:prstGeom prst="rect">
            <a:avLst/>
          </a:prstGeom>
        </p:spPr>
        <p:txBody>
          <a:bodyPr anchor="t">
            <a:normAutofit/>
          </a:bodyPr>
          <a:lstStyle>
            <a:lvl1pPr marL="0" indent="0">
              <a:lnSpc>
                <a:spcPct val="90000"/>
              </a:lnSpc>
              <a:spcBef>
                <a:spcPts val="0"/>
              </a:spcBef>
              <a:buNone/>
              <a:defRPr sz="7200" b="1">
                <a:solidFill>
                  <a:schemeClr val="tx2"/>
                </a:solidFill>
              </a:defRPr>
            </a:lvl1pPr>
            <a:lvl2pPr marL="228600" indent="0">
              <a:lnSpc>
                <a:spcPct val="90000"/>
              </a:lnSpc>
              <a:spcBef>
                <a:spcPts val="0"/>
              </a:spcBef>
              <a:buNone/>
              <a:defRPr sz="7200" b="1">
                <a:solidFill>
                  <a:schemeClr val="tx2"/>
                </a:solidFill>
              </a:defRPr>
            </a:lvl2pPr>
            <a:lvl3pPr marL="457200" indent="0">
              <a:lnSpc>
                <a:spcPct val="90000"/>
              </a:lnSpc>
              <a:spcBef>
                <a:spcPts val="0"/>
              </a:spcBef>
              <a:buNone/>
              <a:defRPr sz="7200" b="1">
                <a:solidFill>
                  <a:schemeClr val="tx2"/>
                </a:solidFill>
              </a:defRPr>
            </a:lvl3pPr>
            <a:lvl4pPr marL="685800" indent="0">
              <a:lnSpc>
                <a:spcPct val="90000"/>
              </a:lnSpc>
              <a:spcBef>
                <a:spcPts val="0"/>
              </a:spcBef>
              <a:buNone/>
              <a:defRPr sz="7200" b="1">
                <a:solidFill>
                  <a:schemeClr val="tx2"/>
                </a:solidFill>
              </a:defRPr>
            </a:lvl4pPr>
            <a:lvl5pPr marL="914400" indent="0">
              <a:lnSpc>
                <a:spcPct val="90000"/>
              </a:lnSpc>
              <a:spcBef>
                <a:spcPts val="0"/>
              </a:spcBef>
              <a:buNone/>
              <a:defRPr sz="7200" b="1">
                <a:solidFill>
                  <a:schemeClr val="tx2"/>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3">
            <a:extLst>
              <a:ext uri="{FF2B5EF4-FFF2-40B4-BE49-F238E27FC236}">
                <a16:creationId xmlns:a16="http://schemas.microsoft.com/office/drawing/2014/main" id="{8BF9C9D6-DA86-3C40-578D-A1E0A226D24A}"/>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endParaRPr lang="en-US" dirty="0"/>
          </a:p>
        </p:txBody>
      </p:sp>
      <p:sp>
        <p:nvSpPr>
          <p:cNvPr id="9" name="Date Placeholder 2">
            <a:extLst>
              <a:ext uri="{FF2B5EF4-FFF2-40B4-BE49-F238E27FC236}">
                <a16:creationId xmlns:a16="http://schemas.microsoft.com/office/drawing/2014/main" id="{EDDA72D8-8E1B-E9E1-BE77-CAA0A8C269FD}"/>
              </a:ext>
            </a:extLst>
          </p:cNvPr>
          <p:cNvSpPr>
            <a:spLocks noGrp="1"/>
          </p:cNvSpPr>
          <p:nvPr>
            <p:ph type="dt" sz="half" idx="10"/>
          </p:nvPr>
        </p:nvSpPr>
        <p:spPr>
          <a:xfrm>
            <a:off x="9110036" y="6492240"/>
            <a:ext cx="1891337" cy="365760"/>
          </a:xfrm>
          <a:prstGeom prst="rect">
            <a:avLst/>
          </a:prstGeom>
        </p:spPr>
        <p:txBody>
          <a:bodyPr/>
          <a:lstStyle/>
          <a:p>
            <a:fld id="{C0792C66-3CB6-49EE-BE61-4783D75F2D63}" type="datetime1">
              <a:rPr lang="en-US" smtClean="0"/>
              <a:t>12/2/2025</a:t>
            </a:fld>
            <a:endParaRPr lang="en-US" dirty="0"/>
          </a:p>
        </p:txBody>
      </p:sp>
      <p:sp>
        <p:nvSpPr>
          <p:cNvPr id="11" name="Slide Number Placeholder 4">
            <a:extLst>
              <a:ext uri="{FF2B5EF4-FFF2-40B4-BE49-F238E27FC236}">
                <a16:creationId xmlns:a16="http://schemas.microsoft.com/office/drawing/2014/main" id="{6CD685AC-8C83-2966-C687-1A563ED4E20A}"/>
              </a:ext>
            </a:extLst>
          </p:cNvPr>
          <p:cNvSpPr>
            <a:spLocks noGrp="1"/>
          </p:cNvSpPr>
          <p:nvPr>
            <p:ph type="sldNum" sz="quarter" idx="12"/>
          </p:nvPr>
        </p:nvSpPr>
        <p:spPr>
          <a:xfrm>
            <a:off x="10995976" y="6492241"/>
            <a:ext cx="662623" cy="365760"/>
          </a:xfrm>
          <a:prstGeom prst="rect">
            <a:avLst/>
          </a:prstGeom>
        </p:spPr>
        <p:txBody>
          <a:bodyPr/>
          <a:lstStyle/>
          <a:p>
            <a:fld id="{AEAA3239-9EA4-4A65-A281-97F994456D9F}" type="slidenum">
              <a:rPr lang="en-US" smtClean="0"/>
              <a:t>‹#›</a:t>
            </a:fld>
            <a:endParaRPr lang="en-US" dirty="0"/>
          </a:p>
        </p:txBody>
      </p:sp>
      <p:sp>
        <p:nvSpPr>
          <p:cNvPr id="3" name="Rectangle 2">
            <a:extLst>
              <a:ext uri="{FF2B5EF4-FFF2-40B4-BE49-F238E27FC236}">
                <a16:creationId xmlns:a16="http://schemas.microsoft.com/office/drawing/2014/main" id="{16013958-6C87-60CF-9219-2BB1A3A4CCA8}"/>
              </a:ext>
            </a:extLst>
          </p:cNvPr>
          <p:cNvSpPr/>
          <p:nvPr userDrawn="1"/>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F72B8EA-56EE-EDC6-509C-908732AAD241}"/>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037739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533398" y="1016955"/>
            <a:ext cx="11125201" cy="4782312"/>
          </a:xfrm>
          <a:prstGeom prst="rect">
            <a:avLst/>
          </a:prstGeom>
        </p:spPr>
        <p:txBody>
          <a:bodyPr anchor="b">
            <a:noAutofit/>
          </a:bodyPr>
          <a:lstStyle>
            <a:lvl1pPr marL="0" indent="0">
              <a:lnSpc>
                <a:spcPct val="90000"/>
              </a:lnSpc>
              <a:spcBef>
                <a:spcPts val="0"/>
              </a:spcBef>
              <a:buNone/>
              <a:defRPr sz="7200" b="1">
                <a:solidFill>
                  <a:schemeClr val="bg1"/>
                </a:solidFill>
              </a:defRPr>
            </a:lvl1pPr>
            <a:lvl2pPr marL="228600" indent="0">
              <a:lnSpc>
                <a:spcPct val="90000"/>
              </a:lnSpc>
              <a:spcBef>
                <a:spcPts val="0"/>
              </a:spcBef>
              <a:buNone/>
              <a:defRPr sz="7200" b="1">
                <a:solidFill>
                  <a:schemeClr val="bg1"/>
                </a:solidFill>
              </a:defRPr>
            </a:lvl2pPr>
            <a:lvl3pPr marL="457200" indent="0">
              <a:lnSpc>
                <a:spcPct val="90000"/>
              </a:lnSpc>
              <a:spcBef>
                <a:spcPts val="0"/>
              </a:spcBef>
              <a:buNone/>
              <a:defRPr sz="7200" b="1">
                <a:solidFill>
                  <a:schemeClr val="bg1"/>
                </a:solidFill>
              </a:defRPr>
            </a:lvl3pPr>
            <a:lvl4pPr marL="685800" indent="0">
              <a:lnSpc>
                <a:spcPct val="90000"/>
              </a:lnSpc>
              <a:spcBef>
                <a:spcPts val="0"/>
              </a:spcBef>
              <a:buNone/>
              <a:defRPr sz="7200" b="1">
                <a:solidFill>
                  <a:schemeClr val="bg1"/>
                </a:solidFill>
              </a:defRPr>
            </a:lvl4pPr>
            <a:lvl5pPr marL="914400" indent="0">
              <a:lnSpc>
                <a:spcPct val="90000"/>
              </a:lnSpc>
              <a:spcBef>
                <a:spcPts val="0"/>
              </a:spcBef>
              <a:buNone/>
              <a:defRPr sz="72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1"/>
            <a:ext cx="8576637" cy="365760"/>
          </a:xfrm>
          <a:prstGeom prst="rect">
            <a:avLst/>
          </a:prstGeom>
        </p:spPr>
        <p:txBody>
          <a:bodyPr/>
          <a:lstStyle>
            <a:lvl1pPr>
              <a:defRPr>
                <a:solidFill>
                  <a:schemeClr val="bg1"/>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40"/>
            <a:ext cx="1878955" cy="365760"/>
          </a:xfrm>
          <a:prstGeom prst="rect">
            <a:avLst/>
          </a:prstGeom>
        </p:spPr>
        <p:txBody>
          <a:bodyPr/>
          <a:lstStyle>
            <a:lvl1pPr>
              <a:defRPr>
                <a:solidFill>
                  <a:schemeClr val="bg1"/>
                </a:solidFill>
              </a:defRPr>
            </a:lvl1pPr>
          </a:lstStyle>
          <a:p>
            <a:fld id="{F91FC74F-A55B-49F7-BC3A-4C99B80A48ED}" type="datetime1">
              <a:rPr lang="en-US" smtClean="0"/>
              <a:t>12/2/2025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88996" y="6492241"/>
            <a:ext cx="669603" cy="365760"/>
          </a:xfrm>
          <a:prstGeom prst="rect">
            <a:avLst/>
          </a:prstGeom>
        </p:spPr>
        <p:txBody>
          <a:bodyPr/>
          <a:lstStyle>
            <a:lvl1pPr>
              <a:defRPr>
                <a:solidFill>
                  <a:schemeClr val="bg1"/>
                </a:solidFill>
              </a:defRPr>
            </a:lvl1pPr>
          </a:lstStyle>
          <a:p>
            <a:fld id="{AEAA3239-9EA4-4A65-A281-97F994456D9F}" type="slidenum">
              <a:rPr lang="en-US" smtClean="0"/>
              <a:pPr/>
              <a:t>‹#›</a:t>
            </a:fld>
            <a:endParaRPr lang="en-US" dirty="0"/>
          </a:p>
        </p:txBody>
      </p:sp>
      <p:sp>
        <p:nvSpPr>
          <p:cNvPr id="6" name="Rectangle 5">
            <a:extLst>
              <a:ext uri="{FF2B5EF4-FFF2-40B4-BE49-F238E27FC236}">
                <a16:creationId xmlns:a16="http://schemas.microsoft.com/office/drawing/2014/main" id="{CDEEA900-0D70-4D93-7863-89A4085C93C9}"/>
              </a:ext>
            </a:extLst>
          </p:cNvPr>
          <p:cNvSpPr/>
          <p:nvPr userDrawn="1"/>
        </p:nvSpPr>
        <p:spPr>
          <a:xfrm>
            <a:off x="634029" y="570037"/>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6174C4B-8932-8749-0D17-218307FD761A}"/>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81706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467745" y="5216204"/>
            <a:ext cx="8190855" cy="640080"/>
          </a:xfrm>
          <a:prstGeom prst="rect">
            <a:avLst/>
          </a:prstGeom>
        </p:spPr>
        <p:txBody>
          <a:bodyPr anchor="b">
            <a:normAutofit/>
          </a:bodyPr>
          <a:lstStyle>
            <a:lvl1pPr>
              <a:lnSpc>
                <a:spcPct val="120000"/>
              </a:lnSpc>
              <a:defRPr sz="2000" spc="0">
                <a:solidFill>
                  <a:schemeClr val="tx2"/>
                </a:solidFill>
                <a:latin typeface="Arial" panose="020B0604020202020204" pitchFamily="34" charset="0"/>
                <a:cs typeface="Arial" panose="020B0604020202020204" pitchFamily="34" charset="0"/>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8" y="1016954"/>
            <a:ext cx="11125201" cy="3711571"/>
          </a:xfrm>
          <a:prstGeom prst="rect">
            <a:avLst/>
          </a:prstGeom>
        </p:spPr>
        <p:txBody>
          <a:bodyPr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61" cy="365760"/>
          </a:xfrm>
          <a:prstGeom prst="rect">
            <a:avLst/>
          </a:prstGeom>
        </p:spPr>
        <p:txBody>
          <a:bodyPr/>
          <a:lstStyle/>
          <a:p>
            <a:fld id="{0380565A-AEC2-4981-9BC9-2BD45633EEB3}" type="datetime1">
              <a:rPr lang="en-US" smtClean="0"/>
              <a:t>12/2/2025</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001368" y="6492241"/>
            <a:ext cx="657231" cy="365760"/>
          </a:xfrm>
          <a:prstGeom prst="rect">
            <a:avLst/>
          </a:prstGeom>
        </p:spPr>
        <p:txBody>
          <a:bodyPr/>
          <a:lstStyle/>
          <a:p>
            <a:fld id="{AEAA3239-9EA4-4A65-A281-97F994456D9F}" type="slidenum">
              <a:rPr lang="en-US" smtClean="0"/>
              <a:t>‹#›</a:t>
            </a:fld>
            <a:endParaRPr lang="en-US" dirty="0"/>
          </a:p>
        </p:txBody>
      </p:sp>
      <p:sp>
        <p:nvSpPr>
          <p:cNvPr id="34" name="Rectangle 33">
            <a:extLst>
              <a:ext uri="{FF2B5EF4-FFF2-40B4-BE49-F238E27FC236}">
                <a16:creationId xmlns:a16="http://schemas.microsoft.com/office/drawing/2014/main" id="{F22AFB11-60F0-1BFB-3EE2-25A317606ED4}"/>
              </a:ext>
            </a:extLst>
          </p:cNvPr>
          <p:cNvSpPr/>
          <p:nvPr/>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DB6C2DA-9756-1101-616C-92AE71300FD8}"/>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956042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E449530-F624-DF0E-5783-08CE43BB9B09}"/>
              </a:ext>
            </a:extLst>
          </p:cNvPr>
          <p:cNvSpPr>
            <a:spLocks noGrp="1"/>
          </p:cNvSpPr>
          <p:nvPr>
            <p:ph type="title" hasCustomPrompt="1"/>
          </p:nvPr>
        </p:nvSpPr>
        <p:spPr>
          <a:xfrm>
            <a:off x="3450579" y="5213166"/>
            <a:ext cx="7152032" cy="654234"/>
          </a:xfrm>
        </p:spPr>
        <p:txBody>
          <a:bodyPr anchor="b">
            <a:normAutofit/>
          </a:bodyPr>
          <a:lstStyle>
            <a:lvl1pPr>
              <a:defRPr sz="2000">
                <a:solidFill>
                  <a:schemeClr val="bg2"/>
                </a:solidFill>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64629" y="1016955"/>
            <a:ext cx="9037983" cy="3361830"/>
          </a:xfrm>
          <a:prstGeom prst="rect">
            <a:avLst/>
          </a:prstGeom>
        </p:spPr>
        <p:txBody>
          <a:bodyPr anchor="t">
            <a:normAutofit/>
          </a:bodyPr>
          <a:lstStyle>
            <a:lvl1pPr marL="164592" indent="-164592">
              <a:lnSpc>
                <a:spcPct val="90000"/>
              </a:lnSpc>
              <a:spcBef>
                <a:spcPts val="0"/>
              </a:spcBef>
              <a:buNone/>
              <a:defRPr sz="7200">
                <a:solidFill>
                  <a:schemeClr val="bg2"/>
                </a:solidFill>
                <a:latin typeface="Arial" panose="020B0604020202020204" pitchFamily="34" charset="0"/>
                <a:cs typeface="Arial" panose="020B06040202020202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a:lstStyle>
            <a:lvl1pPr>
              <a:defRPr>
                <a:solidFill>
                  <a:schemeClr val="bg2"/>
                </a:solidFill>
              </a:defRPr>
            </a:lvl1pPr>
          </a:lstStyle>
          <a:p>
            <a:r>
              <a:rPr lang="en-US"/>
              <a:t>Presentation title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55" cy="365760"/>
          </a:xfrm>
          <a:prstGeom prst="rect">
            <a:avLst/>
          </a:prstGeom>
        </p:spPr>
        <p:txBody>
          <a:bodyPr/>
          <a:lstStyle>
            <a:lvl1pPr>
              <a:defRPr>
                <a:solidFill>
                  <a:schemeClr val="bg2"/>
                </a:solidFill>
              </a:defRPr>
            </a:lvl1pPr>
          </a:lstStyle>
          <a:p>
            <a:fld id="{1702AA61-FBFD-44C6-AF01-DB4C26C9E4A0}" type="datetime1">
              <a:rPr lang="en-US" smtClean="0"/>
              <a:t>12/2/2025</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0988996" y="6492239"/>
            <a:ext cx="669603" cy="365762"/>
          </a:xfrm>
          <a:prstGeom prst="rect">
            <a:avLst/>
          </a:prstGeom>
        </p:spPr>
        <p:txBody>
          <a:bodyPr/>
          <a:lstStyle>
            <a:lvl1pPr>
              <a:defRPr>
                <a:solidFill>
                  <a:schemeClr val="bg2"/>
                </a:solidFill>
              </a:defRPr>
            </a:lvl1pPr>
          </a:lstStyle>
          <a:p>
            <a:fld id="{AEAA3239-9EA4-4A65-A281-97F994456D9F}" type="slidenum">
              <a:rPr lang="en-US" smtClean="0"/>
              <a:pPr/>
              <a:t>‹#›</a:t>
            </a:fld>
            <a:endParaRPr lang="en-US" dirty="0"/>
          </a:p>
        </p:txBody>
      </p:sp>
      <p:sp>
        <p:nvSpPr>
          <p:cNvPr id="34" name="Rectangle 33">
            <a:extLst>
              <a:ext uri="{FF2B5EF4-FFF2-40B4-BE49-F238E27FC236}">
                <a16:creationId xmlns:a16="http://schemas.microsoft.com/office/drawing/2014/main" id="{4DFFCFBA-7D7E-58B0-8630-FC532477B231}"/>
              </a:ext>
            </a:extLst>
          </p:cNvPr>
          <p:cNvSpPr/>
          <p:nvPr/>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7ABCBB3-5444-1C63-982A-1A2C44851352}"/>
              </a:ext>
            </a:extLst>
          </p:cNvPr>
          <p:cNvSpPr/>
          <p:nvPr/>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5003965"/>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3911537-9B2D-3AC3-4978-FFAA74E6CB17}"/>
              </a:ext>
            </a:extLst>
          </p:cNvPr>
          <p:cNvSpPr>
            <a:spLocks noGrp="1"/>
          </p:cNvSpPr>
          <p:nvPr>
            <p:ph type="title" hasCustomPrompt="1"/>
          </p:nvPr>
        </p:nvSpPr>
        <p:spPr>
          <a:xfrm>
            <a:off x="5900118" y="5472201"/>
            <a:ext cx="5758481" cy="385039"/>
          </a:xfrm>
        </p:spPr>
        <p:txBody>
          <a:bodyPr anchor="b">
            <a:normAutofit/>
          </a:bodyPr>
          <a:lstStyle>
            <a:lvl1pPr>
              <a:defRPr sz="2000">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9" y="1016954"/>
            <a:ext cx="8576637" cy="4089489"/>
          </a:xfrm>
          <a:prstGeom prst="rect">
            <a:avLst/>
          </a:prstGeom>
        </p:spPr>
        <p:txBody>
          <a:bodyPr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91337" cy="365760"/>
          </a:xfrm>
          <a:prstGeom prst="rect">
            <a:avLst/>
          </a:prstGeom>
        </p:spPr>
        <p:txBody>
          <a:bodyPr/>
          <a:lstStyle/>
          <a:p>
            <a:fld id="{F6969E0B-AA8D-4EF2-A24C-BEB60200443D}" type="datetime1">
              <a:rPr lang="en-US" smtClean="0"/>
              <a:t>12/2/2025</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0995976" y="6492241"/>
            <a:ext cx="662623" cy="365760"/>
          </a:xfrm>
          <a:prstGeom prst="rect">
            <a:avLst/>
          </a:prstGeom>
        </p:spPr>
        <p:txBody>
          <a:bodyPr/>
          <a:lstStyle/>
          <a:p>
            <a:fld id="{AEAA3239-9EA4-4A65-A281-97F994456D9F}" type="slidenum">
              <a:rPr lang="en-US" smtClean="0"/>
              <a:t>‹#›</a:t>
            </a:fld>
            <a:endParaRPr lang="en-US" dirty="0"/>
          </a:p>
        </p:txBody>
      </p:sp>
      <p:sp>
        <p:nvSpPr>
          <p:cNvPr id="6" name="Rectangle 5">
            <a:extLst>
              <a:ext uri="{FF2B5EF4-FFF2-40B4-BE49-F238E27FC236}">
                <a16:creationId xmlns:a16="http://schemas.microsoft.com/office/drawing/2014/main" id="{23216E38-A715-5665-7BB7-7254F2F2D693}"/>
              </a:ext>
            </a:extLst>
          </p:cNvPr>
          <p:cNvSpPr/>
          <p:nvPr userDrawn="1"/>
        </p:nvSpPr>
        <p:spPr>
          <a:xfrm>
            <a:off x="5900118" y="6155910"/>
            <a:ext cx="6279500"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282836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8" y="1016956"/>
            <a:ext cx="11125201" cy="731520"/>
          </a:xfrm>
          <a:prstGeom prst="rect">
            <a:avLst/>
          </a:prstGeom>
        </p:spPr>
        <p:txBody>
          <a:bodyPr anchor="t"/>
          <a:lstStyle>
            <a:lvl1pPr>
              <a:defRPr cap="all" baseline="0"/>
            </a:lvl1pPr>
          </a:lstStyle>
          <a:p>
            <a:r>
              <a:rPr lang="en-US" dirty="0"/>
              <a:t>Click to edit Master title style</a:t>
            </a:r>
          </a:p>
        </p:txBody>
      </p:sp>
      <p:sp>
        <p:nvSpPr>
          <p:cNvPr id="37" name="Content Placeholder 5">
            <a:extLst>
              <a:ext uri="{FF2B5EF4-FFF2-40B4-BE49-F238E27FC236}">
                <a16:creationId xmlns:a16="http://schemas.microsoft.com/office/drawing/2014/main" id="{2D30AC1E-99F3-1176-72D1-F6FF258E3075}"/>
              </a:ext>
            </a:extLst>
          </p:cNvPr>
          <p:cNvSpPr>
            <a:spLocks noGrp="1"/>
          </p:cNvSpPr>
          <p:nvPr>
            <p:ph sz="quarter" idx="15"/>
          </p:nvPr>
        </p:nvSpPr>
        <p:spPr>
          <a:xfrm>
            <a:off x="533399" y="1883248"/>
            <a:ext cx="5075238" cy="433975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11">
            <a:extLst>
              <a:ext uri="{FF2B5EF4-FFF2-40B4-BE49-F238E27FC236}">
                <a16:creationId xmlns:a16="http://schemas.microsoft.com/office/drawing/2014/main" id="{54CE6F64-34A4-5E4B-21B9-E65B60D60DF7}"/>
              </a:ext>
            </a:extLst>
          </p:cNvPr>
          <p:cNvSpPr>
            <a:spLocks noGrp="1"/>
          </p:cNvSpPr>
          <p:nvPr>
            <p:ph sz="quarter" idx="16"/>
          </p:nvPr>
        </p:nvSpPr>
        <p:spPr>
          <a:xfrm>
            <a:off x="6583043" y="1883248"/>
            <a:ext cx="5075556" cy="433975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92240"/>
            <a:ext cx="1891338" cy="365760"/>
          </a:xfrm>
          <a:prstGeom prst="rect">
            <a:avLst/>
          </a:prstGeom>
        </p:spPr>
        <p:txBody>
          <a:bodyPr/>
          <a:lstStyle/>
          <a:p>
            <a:fld id="{D0114CA0-7CEA-48F6-8B27-4A03BEF1B362}" type="datetime1">
              <a:rPr lang="en-US" smtClean="0"/>
              <a:t>12/2/2025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92239"/>
            <a:ext cx="662624" cy="365761"/>
          </a:xfrm>
          <a:prstGeom prst="rect">
            <a:avLst/>
          </a:prstGeom>
        </p:spPr>
        <p:txBody>
          <a:bodyPr/>
          <a:lstStyle/>
          <a:p>
            <a:fld id="{AEAA3239-9EA4-4A65-A281-97F994456D9F}" type="slidenum">
              <a:rPr lang="en-US" smtClean="0"/>
              <a:t>‹#›</a:t>
            </a:fld>
            <a:endParaRPr lang="en-US"/>
          </a:p>
        </p:txBody>
      </p:sp>
      <p:sp>
        <p:nvSpPr>
          <p:cNvPr id="8" name="Rectangle 7">
            <a:extLst>
              <a:ext uri="{FF2B5EF4-FFF2-40B4-BE49-F238E27FC236}">
                <a16:creationId xmlns:a16="http://schemas.microsoft.com/office/drawing/2014/main" id="{B0DF6D21-8591-4FB9-5FF0-44B10800DC79}"/>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7345B5-8AF1-C46D-5FB8-FF298EC5943D}"/>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866141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33398" y="1016955"/>
            <a:ext cx="11125201" cy="731520"/>
          </a:xfrm>
          <a:prstGeom prst="rect">
            <a:avLst/>
          </a:prstGeom>
        </p:spPr>
        <p:txBody>
          <a:bodyPr anchor="t"/>
          <a:lstStyle>
            <a:lvl1pPr>
              <a:defRPr cap="all" baseline="0"/>
            </a:lvl1p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33399" y="1883248"/>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533399" y="2444434"/>
            <a:ext cx="5075238" cy="37785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83679" y="1883247"/>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83043" y="2444434"/>
            <a:ext cx="5075556" cy="37785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9110036" y="6492240"/>
            <a:ext cx="1891338" cy="365760"/>
          </a:xfrm>
          <a:prstGeom prst="rect">
            <a:avLst/>
          </a:prstGeom>
        </p:spPr>
        <p:txBody>
          <a:bodyPr/>
          <a:lstStyle/>
          <a:p>
            <a:fld id="{1EDD8A06-915F-45A0-B576-0929C47FD8AE}" type="datetime1">
              <a:rPr lang="en-US" smtClean="0"/>
              <a:t>12/2/2025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001374" y="6492241"/>
            <a:ext cx="657226" cy="365760"/>
          </a:xfrm>
          <a:prstGeom prst="rect">
            <a:avLst/>
          </a:prstGeom>
        </p:spPr>
        <p:txBody>
          <a:bodyPr/>
          <a:lstStyle/>
          <a:p>
            <a:fld id="{AEAA3239-9EA4-4A65-A281-97F994456D9F}" type="slidenum">
              <a:rPr lang="en-US" smtClean="0"/>
              <a:t>‹#›</a:t>
            </a:fld>
            <a:endParaRPr lang="en-US"/>
          </a:p>
        </p:txBody>
      </p:sp>
      <p:sp>
        <p:nvSpPr>
          <p:cNvPr id="37" name="Rectangle 36">
            <a:extLst>
              <a:ext uri="{FF2B5EF4-FFF2-40B4-BE49-F238E27FC236}">
                <a16:creationId xmlns:a16="http://schemas.microsoft.com/office/drawing/2014/main" id="{AB0A7ECD-2835-13DC-1392-DC6E9D6B14EE}"/>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3FF6D6A-BF5E-8499-2E05-993B26BA4977}"/>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578429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33398" y="1016955"/>
            <a:ext cx="11125201" cy="1112519"/>
          </a:xfrm>
          <a:prstGeom prst="rect">
            <a:avLst/>
          </a:prstGeom>
        </p:spPr>
        <p:txBody>
          <a:bodyPr anchor="t"/>
          <a:lstStyle>
            <a:lvl1pPr>
              <a:defRPr cap="all" baseline="0">
                <a:solidFill>
                  <a:schemeClr val="tx2"/>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74D05E5D-68FD-447C-A2DD-5EC26B56527F}" type="datetime1">
              <a:rPr lang="en-US" smtClean="0"/>
              <a:t>12/2/2025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6" name="Rectangle 5">
            <a:extLst>
              <a:ext uri="{FF2B5EF4-FFF2-40B4-BE49-F238E27FC236}">
                <a16:creationId xmlns:a16="http://schemas.microsoft.com/office/drawing/2014/main" id="{D0F7BCB4-DC28-7382-4A0F-0498411C4247}"/>
              </a:ext>
            </a:extLst>
          </p:cNvPr>
          <p:cNvSpPr/>
          <p:nvPr userDrawn="1"/>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B5560D8-36FC-D0D1-04BB-54F2CCBC8B5E}"/>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76049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9110036" y="6492240"/>
            <a:ext cx="1891338" cy="365760"/>
          </a:xfrm>
          <a:prstGeom prst="rect">
            <a:avLst/>
          </a:prstGeom>
        </p:spPr>
        <p:txBody>
          <a:bodyPr/>
          <a:lstStyle/>
          <a:p>
            <a:fld id="{E5D97B4D-FF2F-4402-9FD4-AE767FCF1FF3}" type="datetime1">
              <a:rPr lang="en-US" smtClean="0"/>
              <a:t>12/2/2025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001374" y="6492241"/>
            <a:ext cx="657226" cy="365760"/>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4784413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33398" y="1016955"/>
            <a:ext cx="3867155" cy="1757505"/>
          </a:xfrm>
          <a:prstGeom prst="rect">
            <a:avLst/>
          </a:prstGeom>
        </p:spPr>
        <p:txBody>
          <a:bodyPr anchor="t">
            <a:normAutofit/>
          </a:bodyPr>
          <a:lstStyle>
            <a:lvl1pPr>
              <a:defRPr sz="3600" cap="all" baseline="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33398" y="3242948"/>
            <a:ext cx="3867154" cy="3081652"/>
          </a:xfrm>
          <a:prstGeom prst="rect">
            <a:avLst/>
          </a:prstGeom>
        </p:spPr>
        <p:txBody>
          <a:bodyPr anchor="t">
            <a:normAutofit/>
          </a:bodyPr>
          <a:lstStyle>
            <a:lvl1pPr marL="0" indent="0">
              <a:buNone/>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62527" y="1001714"/>
            <a:ext cx="6696073" cy="5221285"/>
          </a:xfrm>
          <a:prstGeom prst="rect">
            <a:avLst/>
          </a:prstGeom>
        </p:spPr>
        <p:txBody>
          <a:bodyPr vert="horz" lIns="91440" tIns="45720" rIns="91440" bIns="45720" rtlCol="0">
            <a:normAutofit/>
          </a:bodyPr>
          <a:lstStyle>
            <a:lvl1pPr>
              <a:defRPr lang="en-US" dirty="0">
                <a:solidFill>
                  <a:schemeClr val="tx2"/>
                </a:solidFill>
              </a:defRPr>
            </a:lvl1pPr>
            <a:lvl2pPr>
              <a:defRPr lang="en-US" dirty="0">
                <a:solidFill>
                  <a:schemeClr val="tx2"/>
                </a:solidFill>
              </a:defRPr>
            </a:lvl2pPr>
            <a:lvl3pPr>
              <a:defRPr lang="en-US" dirty="0">
                <a:solidFill>
                  <a:schemeClr val="tx2"/>
                </a:solidFill>
              </a:defRPr>
            </a:lvl3pPr>
            <a:lvl4pPr>
              <a:defRPr lang="en-US" dirty="0">
                <a:solidFill>
                  <a:schemeClr val="tx2"/>
                </a:solidFill>
              </a:defRPr>
            </a:lvl4pPr>
            <a:lvl5pPr>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9110036" y="6492240"/>
            <a:ext cx="1891338" cy="365760"/>
          </a:xfrm>
          <a:prstGeom prst="rect">
            <a:avLst/>
          </a:prstGeom>
        </p:spPr>
        <p:txBody>
          <a:bodyPr/>
          <a:lstStyle/>
          <a:p>
            <a:fld id="{9CF624E3-F692-4ABF-8B9A-804B11213B17}" type="datetime1">
              <a:rPr lang="en-US" smtClean="0"/>
              <a:t>12/2/2025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0995976" y="6492241"/>
            <a:ext cx="662624" cy="365760"/>
          </a:xfrm>
          <a:prstGeom prst="rect">
            <a:avLst/>
          </a:prstGeom>
        </p:spPr>
        <p:txBody>
          <a:bodyPr/>
          <a:lstStyle/>
          <a:p>
            <a:fld id="{AEAA3239-9EA4-4A65-A281-97F994456D9F}" type="slidenum">
              <a:rPr lang="en-US" smtClean="0"/>
              <a:t>‹#›</a:t>
            </a:fld>
            <a:endParaRPr lang="en-US"/>
          </a:p>
        </p:txBody>
      </p:sp>
      <p:sp>
        <p:nvSpPr>
          <p:cNvPr id="37" name="Rectangle 36">
            <a:extLst>
              <a:ext uri="{FF2B5EF4-FFF2-40B4-BE49-F238E27FC236}">
                <a16:creationId xmlns:a16="http://schemas.microsoft.com/office/drawing/2014/main" id="{120561F0-CF17-B530-6961-589A8ED59092}"/>
              </a:ext>
            </a:extLst>
          </p:cNvPr>
          <p:cNvSpPr/>
          <p:nvPr/>
        </p:nvSpPr>
        <p:spPr>
          <a:xfrm>
            <a:off x="634029" y="570037"/>
            <a:ext cx="3766523"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8CC40D6-7654-D186-61ED-908232C31F69}"/>
              </a:ext>
            </a:extLst>
          </p:cNvPr>
          <p:cNvSpPr/>
          <p:nvPr/>
        </p:nvSpPr>
        <p:spPr>
          <a:xfrm>
            <a:off x="4400552" y="570037"/>
            <a:ext cx="7791448"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328429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33399" y="1016955"/>
            <a:ext cx="3486153" cy="1762083"/>
          </a:xfrm>
          <a:prstGeom prst="rect">
            <a:avLst/>
          </a:prstGeom>
        </p:spPr>
        <p:txBody>
          <a:bodyPr anchor="t">
            <a:normAutofit/>
          </a:bodyPr>
          <a:lstStyle>
            <a:lvl1pPr>
              <a:defRPr sz="3600" cap="all" baseline="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533399" y="2991503"/>
            <a:ext cx="3486153" cy="3333097"/>
          </a:xfrm>
          <a:prstGeom prst="rect">
            <a:avLst/>
          </a:prstGeo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962527" y="631580"/>
            <a:ext cx="6696073" cy="5845420"/>
          </a:xfrm>
          <a:prstGeom prst="rect">
            <a:avLst/>
          </a:prstGeo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9110036" y="6492238"/>
            <a:ext cx="1880548" cy="365761"/>
          </a:xfrm>
          <a:prstGeom prst="rect">
            <a:avLst/>
          </a:prstGeom>
        </p:spPr>
        <p:txBody>
          <a:bodyPr/>
          <a:lstStyle/>
          <a:p>
            <a:fld id="{09586136-1724-4889-B6EA-E52CF969ADAD}" type="datetime1">
              <a:rPr lang="en-US" smtClean="0"/>
              <a:t>12/2/2025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0995976" y="6492237"/>
            <a:ext cx="662624" cy="365763"/>
          </a:xfrm>
          <a:prstGeom prst="rect">
            <a:avLst/>
          </a:prstGeom>
        </p:spPr>
        <p:txBody>
          <a:bodyPr/>
          <a:lstStyle/>
          <a:p>
            <a:fld id="{AEAA3239-9EA4-4A65-A281-97F994456D9F}" type="slidenum">
              <a:rPr lang="en-US" smtClean="0"/>
              <a:t>‹#›</a:t>
            </a:fld>
            <a:endParaRPr lang="en-US" dirty="0"/>
          </a:p>
        </p:txBody>
      </p:sp>
      <p:sp>
        <p:nvSpPr>
          <p:cNvPr id="35" name="Rectangle 34">
            <a:extLst>
              <a:ext uri="{FF2B5EF4-FFF2-40B4-BE49-F238E27FC236}">
                <a16:creationId xmlns:a16="http://schemas.microsoft.com/office/drawing/2014/main" id="{103DE75D-DDAE-AF30-6FFC-D490DF411F57}"/>
              </a:ext>
            </a:extLst>
          </p:cNvPr>
          <p:cNvSpPr/>
          <p:nvPr/>
        </p:nvSpPr>
        <p:spPr>
          <a:xfrm>
            <a:off x="634029" y="570037"/>
            <a:ext cx="4323111" cy="7481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37FF2131-F761-6A93-E155-1DE63565D2B6}"/>
              </a:ext>
            </a:extLst>
          </p:cNvPr>
          <p:cNvSpPr/>
          <p:nvPr/>
        </p:nvSpPr>
        <p:spPr>
          <a:xfrm>
            <a:off x="4962522" y="570037"/>
            <a:ext cx="7229478" cy="7481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35770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1860235"/>
          </a:xfrm>
          <a:prstGeom prst="rect">
            <a:avLst/>
          </a:prstGeom>
        </p:spPr>
        <p:txBody>
          <a:bodyPr anchor="t">
            <a:noAutofit/>
          </a:bodyPr>
          <a:lstStyle>
            <a:lvl1pPr>
              <a:defRPr sz="7200" cap="all" baseline="0">
                <a:solidFill>
                  <a:schemeClr val="tx2"/>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33398" y="3258190"/>
            <a:ext cx="11125201" cy="2964810"/>
          </a:xfrm>
          <a:prstGeom prst="rect">
            <a:avLst/>
          </a:prstGeom>
        </p:spPr>
        <p:txBody>
          <a:bodyPr/>
          <a:lstStyle>
            <a:lvl1pPr marL="0" indent="0">
              <a:buNone/>
              <a:defRPr>
                <a:solidFill>
                  <a:schemeClr val="tx2"/>
                </a:solidFill>
              </a:defRPr>
            </a:lvl1pPr>
            <a:lvl2pPr marL="228600" indent="0">
              <a:buNone/>
              <a:defRPr>
                <a:solidFill>
                  <a:schemeClr val="tx2"/>
                </a:solidFill>
              </a:defRPr>
            </a:lvl2pPr>
            <a:lvl3pPr marL="457200" indent="0">
              <a:buNone/>
              <a:defRPr>
                <a:solidFill>
                  <a:schemeClr val="tx2"/>
                </a:solidFill>
              </a:defRPr>
            </a:lvl3pPr>
            <a:lvl4pPr marL="685800" indent="0">
              <a:buNone/>
              <a:defRPr>
                <a:solidFill>
                  <a:schemeClr val="tx2"/>
                </a:solidFill>
              </a:defRPr>
            </a:lvl4pPr>
            <a:lvl5pPr marL="914400" indent="0">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504949" cy="365760"/>
          </a:xfrm>
          <a:prstGeom prst="rect">
            <a:avLst/>
          </a:prstGeom>
        </p:spPr>
        <p:txBody>
          <a:bodyPr/>
          <a:lstStyle>
            <a:lvl1pPr>
              <a:defRPr>
                <a:solidFill>
                  <a:schemeClr val="tx2"/>
                </a:solidFill>
              </a:defRPr>
            </a:lvl1pPr>
          </a:lstStyle>
          <a:p>
            <a:fld id="{FC57766D-ED87-4A0C-9B23-F4979C5AA24E}" type="datetime1">
              <a:rPr lang="en-US" smtClean="0"/>
              <a:t>12/2/2025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614990" y="6492241"/>
            <a:ext cx="1043610"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dirty="0"/>
          </a:p>
        </p:txBody>
      </p:sp>
      <p:sp>
        <p:nvSpPr>
          <p:cNvPr id="34" name="Rectangle 33">
            <a:extLst>
              <a:ext uri="{FF2B5EF4-FFF2-40B4-BE49-F238E27FC236}">
                <a16:creationId xmlns:a16="http://schemas.microsoft.com/office/drawing/2014/main" id="{C0612DD4-C154-5A34-CBE2-09022345DFF5}"/>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5" name="Rectangle 34">
            <a:extLst>
              <a:ext uri="{FF2B5EF4-FFF2-40B4-BE49-F238E27FC236}">
                <a16:creationId xmlns:a16="http://schemas.microsoft.com/office/drawing/2014/main" id="{A245B82D-4F13-20D2-DD25-C26E60C48A92}"/>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0403535"/>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1016955"/>
            <a:ext cx="8576636" cy="1842020"/>
          </a:xfrm>
          <a:prstGeom prst="rect">
            <a:avLst/>
          </a:prstGeom>
        </p:spPr>
        <p:txBody>
          <a:bodyPr anchor="t">
            <a:noAutofit/>
          </a:bodyPr>
          <a:lstStyle>
            <a:lvl1pPr>
              <a:defRPr sz="7200" cap="all" baseline="0">
                <a:solidFill>
                  <a:schemeClr val="tx2"/>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3400" y="4614992"/>
            <a:ext cx="8576506" cy="1608008"/>
          </a:xfrm>
          <a:prstGeom prst="rect">
            <a:avLst/>
          </a:prstGeom>
        </p:spPr>
        <p:txBody>
          <a:bodyPr>
            <a:noAutofit/>
          </a:bodyPr>
          <a:lstStyle>
            <a:lvl1pPr marL="0" indent="0">
              <a:buNone/>
              <a:defRPr sz="2000" b="1" i="0">
                <a:solidFill>
                  <a:schemeClr val="tx2"/>
                </a:solidFill>
                <a:latin typeface="Arial" panose="020B0604020202020204" pitchFamily="34" charset="0"/>
                <a:cs typeface="Arial" panose="020B0604020202020204" pitchFamily="34" charset="0"/>
              </a:defRPr>
            </a:lvl1pPr>
            <a:lvl2pPr marL="228600" indent="0">
              <a:buNone/>
              <a:defRPr sz="2000" b="1" i="0">
                <a:solidFill>
                  <a:schemeClr val="tx2"/>
                </a:solidFill>
                <a:latin typeface="Arial" panose="020B0604020202020204" pitchFamily="34" charset="0"/>
                <a:cs typeface="Arial" panose="020B0604020202020204" pitchFamily="34" charset="0"/>
              </a:defRPr>
            </a:lvl2pPr>
            <a:lvl3pPr marL="457200" indent="0">
              <a:buNone/>
              <a:defRPr sz="2000" b="1" i="0">
                <a:solidFill>
                  <a:schemeClr val="tx2"/>
                </a:solidFill>
                <a:latin typeface="Arial" panose="020B0604020202020204" pitchFamily="34" charset="0"/>
                <a:cs typeface="Arial" panose="020B0604020202020204" pitchFamily="34" charset="0"/>
              </a:defRPr>
            </a:lvl3pPr>
            <a:lvl4pPr marL="685800" indent="0">
              <a:buNone/>
              <a:defRPr sz="2000" b="1" i="0">
                <a:solidFill>
                  <a:schemeClr val="tx2"/>
                </a:solidFill>
                <a:latin typeface="Arial" panose="020B0604020202020204" pitchFamily="34" charset="0"/>
                <a:cs typeface="Arial" panose="020B0604020202020204" pitchFamily="34" charset="0"/>
              </a:defRPr>
            </a:lvl4pPr>
            <a:lvl5pPr marL="914400" indent="0">
              <a:buNone/>
              <a:defRPr sz="2000" b="1" i="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0" y="6492241"/>
            <a:ext cx="8576636" cy="365760"/>
          </a:xfrm>
          <a:prstGeom prst="rect">
            <a:avLst/>
          </a:prstGeo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501450B2-75D0-4277-B6D7-7B5D301DCF72}" type="datetime1">
              <a:rPr lang="en-US" smtClean="0"/>
              <a:t>12/2/2025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92241"/>
            <a:ext cx="657226"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58" name="Rectangle 57">
            <a:extLst>
              <a:ext uri="{FF2B5EF4-FFF2-40B4-BE49-F238E27FC236}">
                <a16:creationId xmlns:a16="http://schemas.microsoft.com/office/drawing/2014/main" id="{C0E45243-34A7-09D9-589C-A28D8FB592BD}"/>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77B2CF5-DB49-E6FB-F72A-24AA38988AEC}"/>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294529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533398" y="1016955"/>
            <a:ext cx="11125201" cy="74675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533398" y="1748474"/>
            <a:ext cx="11125202" cy="472852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533399" y="6476998"/>
            <a:ext cx="8576637" cy="381003"/>
          </a:xfrm>
          <a:prstGeom prst="rect">
            <a:avLst/>
          </a:prstGeom>
        </p:spPr>
        <p:txBody>
          <a:bodyPr vert="horz" lIns="91440" tIns="45720" rIns="91440" bIns="45720" rtlCol="0" anchor="ctr"/>
          <a:lstStyle>
            <a:lvl1pPr algn="l" rtl="0">
              <a:defRPr sz="800">
                <a:solidFill>
                  <a:schemeClr val="tx2"/>
                </a:solidFill>
                <a:latin typeface="+mn-lt"/>
                <a:cs typeface="Arial" panose="020B0604020202020204" pitchFamily="34" charset="0"/>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110036" y="6476998"/>
            <a:ext cx="188595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35F68458-1A7A-4A29-A16B-4424C6D3B5E6}" type="datetime1">
              <a:rPr lang="en-US" smtClean="0"/>
              <a:pPr/>
              <a:t>12/2/2025</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1379" y="6476998"/>
            <a:ext cx="65722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339175978"/>
      </p:ext>
    </p:extLst>
  </p:cSld>
  <p:clrMap bg1="lt1" tx1="dk1" bg2="lt2" tx2="dk2" accent1="accent1" accent2="accent2" accent3="accent3" accent4="accent4" accent5="accent5" accent6="accent6" hlink="hlink" folHlink="folHlink"/>
  <p:sldLayoutIdLst>
    <p:sldLayoutId id="2147483953" r:id="rId1"/>
    <p:sldLayoutId id="2147483954" r:id="rId2"/>
    <p:sldLayoutId id="2147483955" r:id="rId3"/>
    <p:sldLayoutId id="2147483956" r:id="rId4"/>
    <p:sldLayoutId id="2147483957" r:id="rId5"/>
    <p:sldLayoutId id="2147483958" r:id="rId6"/>
    <p:sldLayoutId id="2147483959" r:id="rId7"/>
    <p:sldLayoutId id="2147483960" r:id="rId8"/>
    <p:sldLayoutId id="2147483961" r:id="rId9"/>
    <p:sldLayoutId id="2147483962" r:id="rId10"/>
    <p:sldLayoutId id="2147483963" r:id="rId11"/>
    <p:sldLayoutId id="2147483964" r:id="rId12"/>
    <p:sldLayoutId id="2147483965" r:id="rId13"/>
    <p:sldLayoutId id="2147483967" r:id="rId14"/>
    <p:sldLayoutId id="2147483966" r:id="rId15"/>
    <p:sldLayoutId id="2147483968" r:id="rId16"/>
    <p:sldLayoutId id="2147483969" r:id="rId17"/>
    <p:sldLayoutId id="2147483970" r:id="rId18"/>
    <p:sldLayoutId id="2147483971" r:id="rId19"/>
    <p:sldLayoutId id="2147483972" r:id="rId20"/>
    <p:sldLayoutId id="2147483973" r:id="rId21"/>
    <p:sldLayoutId id="2147483974" r:id="rId22"/>
    <p:sldLayoutId id="2147483975" r:id="rId23"/>
    <p:sldLayoutId id="2147483976" r:id="rId24"/>
    <p:sldLayoutId id="2147483977" r:id="rId25"/>
    <p:sldLayoutId id="2147483978" r:id="rId26"/>
    <p:sldLayoutId id="2147483979" r:id="rId27"/>
    <p:sldLayoutId id="2147483980" r:id="rId28"/>
    <p:sldLayoutId id="2147483981" r:id="rId29"/>
    <p:sldLayoutId id="2147483982" r:id="rId30"/>
    <p:sldLayoutId id="2147483983" r:id="rId31"/>
    <p:sldLayoutId id="2147483984" r:id="rId32"/>
    <p:sldLayoutId id="2147483985" r:id="rId33"/>
    <p:sldLayoutId id="2147483986" r:id="rId34"/>
    <p:sldLayoutId id="2147483987" r:id="rId35"/>
    <p:sldLayoutId id="2147483988" r:id="rId36"/>
    <p:sldLayoutId id="2147483989" r:id="rId37"/>
    <p:sldLayoutId id="2147483990" r:id="rId38"/>
    <p:sldLayoutId id="2147483991" r:id="rId39"/>
    <p:sldLayoutId id="2147483992" r:id="rId40"/>
    <p:sldLayoutId id="2147483993" r:id="rId41"/>
    <p:sldLayoutId id="2147483994" r:id="rId42"/>
    <p:sldLayoutId id="2147483995" r:id="rId43"/>
    <p:sldLayoutId id="2147484008" r:id="rId44"/>
    <p:sldLayoutId id="2147483997" r:id="rId45"/>
    <p:sldLayoutId id="2147483998" r:id="rId46"/>
    <p:sldLayoutId id="2147483999" r:id="rId47"/>
    <p:sldLayoutId id="2147484000" r:id="rId48"/>
    <p:sldLayoutId id="2147484001" r:id="rId49"/>
    <p:sldLayoutId id="2147484002" r:id="rId50"/>
    <p:sldLayoutId id="2147484003" r:id="rId51"/>
    <p:sldLayoutId id="2147484004" r:id="rId52"/>
    <p:sldLayoutId id="2147484005" r:id="rId53"/>
    <p:sldLayoutId id="2147484006" r:id="rId54"/>
    <p:sldLayoutId id="2147484007" r:id="rId55"/>
  </p:sldLayoutIdLst>
  <p:hf sldNum="0" hdr="0" ftr="0" dt="0"/>
  <p:txStyles>
    <p:titleStyle>
      <a:lvl1pPr algn="l" defTabSz="914400" rtl="0" eaLnBrk="1" latinLnBrk="0" hangingPunct="1">
        <a:lnSpc>
          <a:spcPct val="80000"/>
        </a:lnSpc>
        <a:spcBef>
          <a:spcPct val="0"/>
        </a:spcBef>
        <a:buNone/>
        <a:defRPr sz="3600" b="0" kern="1200" spc="0" baseline="0">
          <a:solidFill>
            <a:schemeClr val="tx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0" orient="horz" pos="2160" userDrawn="1">
          <p15:clr>
            <a:srgbClr val="F26B43"/>
          </p15:clr>
        </p15:guide>
        <p15:guide id="31" pos="3840" userDrawn="1">
          <p15:clr>
            <a:srgbClr val="F26B43"/>
          </p15:clr>
        </p15:guide>
        <p15:guide id="32" pos="336" userDrawn="1">
          <p15:clr>
            <a:srgbClr val="F26B43"/>
          </p15:clr>
        </p15:guide>
        <p15:guide id="33" pos="7344" userDrawn="1">
          <p15:clr>
            <a:srgbClr val="F26B43"/>
          </p15:clr>
        </p15:guide>
        <p15:guide id="34" orient="horz" pos="4080" userDrawn="1">
          <p15:clr>
            <a:srgbClr val="F26B43"/>
          </p15:clr>
        </p15:guide>
        <p15:guide id="35" orient="horz" pos="1344" userDrawn="1">
          <p15:clr>
            <a:srgbClr val="F26B43"/>
          </p15:clr>
        </p15:guide>
        <p15:guide id="36"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48C0D-31BE-DD17-55DE-F4CF82245990}"/>
              </a:ext>
            </a:extLst>
          </p:cNvPr>
          <p:cNvSpPr>
            <a:spLocks noGrp="1"/>
          </p:cNvSpPr>
          <p:nvPr>
            <p:ph type="ctrTitle"/>
          </p:nvPr>
        </p:nvSpPr>
        <p:spPr>
          <a:xfrm>
            <a:off x="533400" y="4572000"/>
            <a:ext cx="11125201" cy="1112520"/>
          </a:xfrm>
        </p:spPr>
        <p:txBody>
          <a:bodyPr anchor="b">
            <a:normAutofit/>
          </a:bodyPr>
          <a:lstStyle/>
          <a:p>
            <a:r>
              <a:rPr lang="en-US" sz="4000"/>
              <a:t>Revision: Arrays, Stacks, Queues &amp; Naming Conventions</a:t>
            </a:r>
          </a:p>
        </p:txBody>
      </p:sp>
      <p:sp>
        <p:nvSpPr>
          <p:cNvPr id="3" name="Subtitle 2">
            <a:extLst>
              <a:ext uri="{FF2B5EF4-FFF2-40B4-BE49-F238E27FC236}">
                <a16:creationId xmlns:a16="http://schemas.microsoft.com/office/drawing/2014/main" id="{13C546EF-860B-C275-EC36-C924BA016270}"/>
              </a:ext>
            </a:extLst>
          </p:cNvPr>
          <p:cNvSpPr>
            <a:spLocks noGrp="1"/>
          </p:cNvSpPr>
          <p:nvPr>
            <p:ph type="subTitle" idx="1"/>
          </p:nvPr>
        </p:nvSpPr>
        <p:spPr>
          <a:xfrm>
            <a:off x="533400" y="5715000"/>
            <a:ext cx="11125201" cy="533400"/>
          </a:xfrm>
        </p:spPr>
        <p:txBody>
          <a:bodyPr anchor="t">
            <a:normAutofit/>
          </a:bodyPr>
          <a:lstStyle/>
          <a:p>
            <a:r>
              <a:rPr lang="en-US"/>
              <a:t>Overview of essential data structures and coding standards</a:t>
            </a:r>
          </a:p>
        </p:txBody>
      </p:sp>
      <p:pic>
        <p:nvPicPr>
          <p:cNvPr id="4" name="Picture 3" descr="Lines of code">
            <a:extLst>
              <a:ext uri="{FF2B5EF4-FFF2-40B4-BE49-F238E27FC236}">
                <a16:creationId xmlns:a16="http://schemas.microsoft.com/office/drawing/2014/main" id="{E5B4CDB7-E091-41FD-AA61-59E2DB2FD8E4}"/>
              </a:ext>
            </a:extLst>
          </p:cNvPr>
          <p:cNvPicPr>
            <a:picLocks noChangeAspect="1"/>
          </p:cNvPicPr>
          <p:nvPr/>
        </p:nvPicPr>
        <p:blipFill>
          <a:blip r:embed="rId3"/>
          <a:srcRect t="24447" b="16709"/>
          <a:stretch>
            <a:fillRect/>
          </a:stretch>
        </p:blipFill>
        <p:spPr>
          <a:xfrm>
            <a:off x="20" y="10"/>
            <a:ext cx="12191979" cy="3981754"/>
          </a:xfrm>
          <a:prstGeom prst="rect">
            <a:avLst/>
          </a:prstGeom>
          <a:noFill/>
        </p:spPr>
      </p:pic>
    </p:spTree>
    <p:extLst>
      <p:ext uri="{BB962C8B-B14F-4D97-AF65-F5344CB8AC3E}">
        <p14:creationId xmlns:p14="http://schemas.microsoft.com/office/powerpoint/2010/main" val="2605095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D4412-14B0-547B-8A08-34D326757776}"/>
              </a:ext>
            </a:extLst>
          </p:cNvPr>
          <p:cNvSpPr>
            <a:spLocks noGrp="1"/>
          </p:cNvSpPr>
          <p:nvPr>
            <p:ph type="ctrTitle"/>
          </p:nvPr>
        </p:nvSpPr>
        <p:spPr>
          <a:xfrm>
            <a:off x="533400" y="1143000"/>
            <a:ext cx="8576636" cy="5271008"/>
          </a:xfrm>
        </p:spPr>
        <p:txBody>
          <a:bodyPr anchor="b">
            <a:normAutofit/>
          </a:bodyPr>
          <a:lstStyle/>
          <a:p>
            <a:r>
              <a:rPr lang="en-US"/>
              <a:t>Introduction and Objectives</a:t>
            </a:r>
          </a:p>
        </p:txBody>
      </p:sp>
    </p:spTree>
    <p:extLst>
      <p:ext uri="{BB962C8B-B14F-4D97-AF65-F5344CB8AC3E}">
        <p14:creationId xmlns:p14="http://schemas.microsoft.com/office/powerpoint/2010/main" val="14126094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3BA7F-5611-9E23-B452-0256188AEB92}"/>
              </a:ext>
            </a:extLst>
          </p:cNvPr>
          <p:cNvSpPr>
            <a:spLocks noGrp="1"/>
          </p:cNvSpPr>
          <p:nvPr>
            <p:ph type="title"/>
          </p:nvPr>
        </p:nvSpPr>
        <p:spPr>
          <a:xfrm>
            <a:off x="8212662" y="1016955"/>
            <a:ext cx="3445937" cy="1328932"/>
          </a:xfrm>
        </p:spPr>
        <p:txBody>
          <a:bodyPr anchor="t">
            <a:normAutofit/>
          </a:bodyPr>
          <a:lstStyle/>
          <a:p>
            <a:r>
              <a:rPr lang="en-US" sz="2800"/>
              <a:t>Session Overview and Learning Goals</a:t>
            </a:r>
          </a:p>
        </p:txBody>
      </p:sp>
      <p:pic>
        <p:nvPicPr>
          <p:cNvPr id="5" name="Content Placeholder 4" descr="Program coding on a computer screen">
            <a:extLst>
              <a:ext uri="{FF2B5EF4-FFF2-40B4-BE49-F238E27FC236}">
                <a16:creationId xmlns:a16="http://schemas.microsoft.com/office/drawing/2014/main" id="{5B964A63-7A54-4094-A027-CE64592FAB2B}"/>
              </a:ext>
            </a:extLst>
          </p:cNvPr>
          <p:cNvPicPr>
            <a:picLocks noGrp="1" noChangeAspect="1"/>
          </p:cNvPicPr>
          <p:nvPr>
            <p:ph type="pic" sz="quarter" idx="13"/>
          </p:nvPr>
        </p:nvPicPr>
        <p:blipFill>
          <a:blip r:embed="rId3"/>
          <a:stretch/>
        </p:blipFill>
        <p:spPr>
          <a:xfrm>
            <a:off x="0" y="897791"/>
            <a:ext cx="7584144" cy="5062418"/>
          </a:xfrm>
          <a:prstGeom prst="rect">
            <a:avLst/>
          </a:prstGeom>
          <a:noFill/>
        </p:spPr>
      </p:pic>
      <p:sp>
        <p:nvSpPr>
          <p:cNvPr id="4" name="Content Placeholder 3">
            <a:extLst>
              <a:ext uri="{FF2B5EF4-FFF2-40B4-BE49-F238E27FC236}">
                <a16:creationId xmlns:a16="http://schemas.microsoft.com/office/drawing/2014/main" id="{CC6F1588-80E5-E71A-36C9-3FD44AC4D770}"/>
              </a:ext>
            </a:extLst>
          </p:cNvPr>
          <p:cNvSpPr>
            <a:spLocks noGrp="1"/>
          </p:cNvSpPr>
          <p:nvPr>
            <p:ph sz="quarter" idx="18"/>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12663" y="2495232"/>
            <a:ext cx="3445936" cy="3727767"/>
          </a:xfrm>
        </p:spPr>
        <p:txBody>
          <a:bodyPr>
            <a:normAutofit/>
          </a:bodyPr>
          <a:lstStyle/>
          <a:p>
            <a:pPr marL="0" indent="0">
              <a:spcBef>
                <a:spcPts val="2500"/>
              </a:spcBef>
              <a:buFont typeface="Arial" panose="020B0604020202020204" pitchFamily="34" charset="0"/>
              <a:buNone/>
            </a:pPr>
            <a:r>
              <a:rPr lang="en-US" b="1"/>
              <a:t>Session Purpose</a:t>
            </a:r>
          </a:p>
          <a:p>
            <a:pPr marL="0" lvl="1" indent="0">
              <a:buFont typeface="Arial" panose="020B0604020202020204" pitchFamily="34" charset="0"/>
              <a:buNone/>
            </a:pPr>
            <a:r>
              <a:t>Focus on revising data structures and coding standards for Level 3 learners over 90 minutes.</a:t>
            </a:r>
            <a:endParaRPr lang="en-US"/>
          </a:p>
          <a:p>
            <a:pPr marL="0" indent="0">
              <a:spcBef>
                <a:spcPts val="2500"/>
              </a:spcBef>
              <a:buFont typeface="Arial" panose="020B0604020202020204" pitchFamily="34" charset="0"/>
              <a:buNone/>
            </a:pPr>
            <a:r>
              <a:rPr lang="en-US" b="1"/>
              <a:t>Core Learning Topics</a:t>
            </a:r>
          </a:p>
          <a:p>
            <a:pPr marL="0" lvl="1" indent="0">
              <a:buFont typeface="Arial" panose="020B0604020202020204" pitchFamily="34" charset="0"/>
              <a:buNone/>
            </a:pPr>
            <a:r>
              <a:t>Cover arrays, stacks, queues, and Python naming conventions for variables, functions, and classes.</a:t>
            </a:r>
            <a:endParaRPr lang="en-US"/>
          </a:p>
          <a:p>
            <a:pPr marL="0" indent="0">
              <a:spcBef>
                <a:spcPts val="2500"/>
              </a:spcBef>
              <a:buFont typeface="Arial" panose="020B0604020202020204" pitchFamily="34" charset="0"/>
              <a:buNone/>
            </a:pPr>
            <a:r>
              <a:rPr lang="en-US" b="1"/>
              <a:t>Interactive Learning</a:t>
            </a:r>
          </a:p>
          <a:p>
            <a:pPr marL="0" lvl="1" indent="0">
              <a:buFont typeface="Arial" panose="020B0604020202020204" pitchFamily="34" charset="0"/>
              <a:buNone/>
            </a:pPr>
            <a:r>
              <a:t>Use hands-on coding exercises and discussions to enhance understanding and practical skills.</a:t>
            </a:r>
            <a:endParaRPr lang="en-US"/>
          </a:p>
        </p:txBody>
      </p:sp>
    </p:spTree>
    <p:extLst>
      <p:ext uri="{BB962C8B-B14F-4D97-AF65-F5344CB8AC3E}">
        <p14:creationId xmlns:p14="http://schemas.microsoft.com/office/powerpoint/2010/main" val="35035930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D9EA2-4CEC-860E-9B69-F79E62F93668}"/>
              </a:ext>
            </a:extLst>
          </p:cNvPr>
          <p:cNvSpPr>
            <a:spLocks noGrp="1"/>
          </p:cNvSpPr>
          <p:nvPr>
            <p:ph type="ctrTitle"/>
          </p:nvPr>
        </p:nvSpPr>
        <p:spPr>
          <a:xfrm>
            <a:off x="533400" y="1143000"/>
            <a:ext cx="8576636" cy="5271008"/>
          </a:xfrm>
        </p:spPr>
        <p:txBody>
          <a:bodyPr anchor="b">
            <a:normAutofit/>
          </a:bodyPr>
          <a:lstStyle/>
          <a:p>
            <a:r>
              <a:rPr lang="en-US"/>
              <a:t>Arrays in Python</a:t>
            </a:r>
          </a:p>
        </p:txBody>
      </p:sp>
    </p:spTree>
    <p:extLst>
      <p:ext uri="{BB962C8B-B14F-4D97-AF65-F5344CB8AC3E}">
        <p14:creationId xmlns:p14="http://schemas.microsoft.com/office/powerpoint/2010/main" val="18821652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B978B-5046-14F1-2D77-4FCC293DEC8A}"/>
              </a:ext>
            </a:extLst>
          </p:cNvPr>
          <p:cNvSpPr>
            <a:spLocks noGrp="1"/>
          </p:cNvSpPr>
          <p:nvPr>
            <p:ph type="title"/>
          </p:nvPr>
        </p:nvSpPr>
        <p:spPr>
          <a:xfrm>
            <a:off x="533399" y="1016955"/>
            <a:ext cx="4810129" cy="1269482"/>
          </a:xfrm>
        </p:spPr>
        <p:txBody>
          <a:bodyPr anchor="t">
            <a:normAutofit/>
          </a:bodyPr>
          <a:lstStyle/>
          <a:p>
            <a:r>
              <a:rPr lang="en-US" sz="3100"/>
              <a:t>Understanding Arrays and Their Operations</a:t>
            </a:r>
          </a:p>
        </p:txBody>
      </p:sp>
      <p:pic>
        <p:nvPicPr>
          <p:cNvPr id="5" name="Content Placeholder 4" descr="Data center and server racks">
            <a:extLst>
              <a:ext uri="{FF2B5EF4-FFF2-40B4-BE49-F238E27FC236}">
                <a16:creationId xmlns:a16="http://schemas.microsoft.com/office/drawing/2014/main" id="{07ADD820-D145-482E-9CDD-569963017FAB}"/>
              </a:ext>
            </a:extLst>
          </p:cNvPr>
          <p:cNvPicPr>
            <a:picLocks noGrp="1" noChangeAspect="1"/>
          </p:cNvPicPr>
          <p:nvPr>
            <p:ph type="pic" sz="quarter" idx="13"/>
          </p:nvPr>
        </p:nvPicPr>
        <p:blipFill>
          <a:blip r:embed="rId3"/>
          <a:srcRect l="7441" r="8545" b="-1"/>
          <a:stretch>
            <a:fillRect/>
          </a:stretch>
        </p:blipFill>
        <p:spPr>
          <a:xfrm>
            <a:off x="634030" y="2495234"/>
            <a:ext cx="4709498" cy="3727766"/>
          </a:xfrm>
          <a:prstGeom prst="rect">
            <a:avLst/>
          </a:prstGeom>
          <a:noFill/>
        </p:spPr>
      </p:pic>
      <p:sp>
        <p:nvSpPr>
          <p:cNvPr id="4" name="Content Placeholder 3">
            <a:extLst>
              <a:ext uri="{FF2B5EF4-FFF2-40B4-BE49-F238E27FC236}">
                <a16:creationId xmlns:a16="http://schemas.microsoft.com/office/drawing/2014/main" id="{A425B96C-AAA8-B9C2-ACEA-238E3902933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1010614"/>
            <a:ext cx="5753037" cy="5212386"/>
          </a:xfrm>
        </p:spPr>
        <p:txBody>
          <a:bodyPr>
            <a:normAutofit/>
          </a:bodyPr>
          <a:lstStyle/>
          <a:p>
            <a:pPr marL="0" indent="0">
              <a:spcBef>
                <a:spcPts val="2500"/>
              </a:spcBef>
              <a:buFont typeface="Arial" panose="020B0604020202020204" pitchFamily="34" charset="0"/>
              <a:buNone/>
            </a:pPr>
            <a:r>
              <a:rPr lang="en-US" b="1"/>
              <a:t>Array Basics</a:t>
            </a:r>
          </a:p>
          <a:p>
            <a:pPr marL="0" lvl="1" indent="0">
              <a:buFont typeface="Arial" panose="020B0604020202020204" pitchFamily="34" charset="0"/>
              <a:buNone/>
            </a:pPr>
            <a:r>
              <a:t>Arrays store elements in contiguous memory, allowing efficient access and ordered data storage.</a:t>
            </a:r>
            <a:endParaRPr lang="en-US"/>
          </a:p>
          <a:p>
            <a:pPr marL="0" indent="0">
              <a:spcBef>
                <a:spcPts val="2500"/>
              </a:spcBef>
              <a:buFont typeface="Arial" panose="020B0604020202020204" pitchFamily="34" charset="0"/>
              <a:buNone/>
            </a:pPr>
            <a:r>
              <a:rPr lang="en-US" b="1"/>
              <a:t>Python List Operations</a:t>
            </a:r>
          </a:p>
          <a:p>
            <a:pPr marL="0" lvl="1" indent="0">
              <a:buFont typeface="Arial" panose="020B0604020202020204" pitchFamily="34" charset="0"/>
              <a:buNone/>
            </a:pPr>
            <a:r>
              <a:t>Python lists are dynamic arrays supporting append, remove, pop, indexing, and slicing operations.</a:t>
            </a:r>
            <a:endParaRPr lang="en-US"/>
          </a:p>
          <a:p>
            <a:pPr marL="0" indent="0">
              <a:spcBef>
                <a:spcPts val="2500"/>
              </a:spcBef>
              <a:buFont typeface="Arial" panose="020B0604020202020204" pitchFamily="34" charset="0"/>
              <a:buNone/>
            </a:pPr>
            <a:r>
              <a:rPr lang="en-US" b="1"/>
              <a:t>Arrays vs Static Arrays</a:t>
            </a:r>
          </a:p>
          <a:p>
            <a:pPr marL="0" lvl="1" indent="0">
              <a:buFont typeface="Arial" panose="020B0604020202020204" pitchFamily="34" charset="0"/>
              <a:buNone/>
            </a:pPr>
            <a:r>
              <a:t>Python lists differ from static arrays in C or Java, offering flexibility but with different performance.</a:t>
            </a:r>
            <a:endParaRPr lang="en-US"/>
          </a:p>
          <a:p>
            <a:pPr marL="0" indent="0">
              <a:spcBef>
                <a:spcPts val="2500"/>
              </a:spcBef>
              <a:buFont typeface="Arial" panose="020B0604020202020204" pitchFamily="34" charset="0"/>
              <a:buNone/>
            </a:pPr>
            <a:r>
              <a:rPr lang="en-US" b="1"/>
              <a:t>Foundation for Complex Structures</a:t>
            </a:r>
          </a:p>
          <a:p>
            <a:pPr marL="0" lvl="1" indent="0">
              <a:buFont typeface="Arial" panose="020B0604020202020204" pitchFamily="34" charset="0"/>
              <a:buNone/>
            </a:pPr>
            <a:r>
              <a:t>Arrays form the basis for more complex data structures like stacks and queues in programming.</a:t>
            </a:r>
            <a:endParaRPr lang="en-US"/>
          </a:p>
        </p:txBody>
      </p:sp>
    </p:spTree>
    <p:extLst>
      <p:ext uri="{BB962C8B-B14F-4D97-AF65-F5344CB8AC3E}">
        <p14:creationId xmlns:p14="http://schemas.microsoft.com/office/powerpoint/2010/main" val="16133907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F159A-8803-9284-006F-48B3A1B64199}"/>
              </a:ext>
            </a:extLst>
          </p:cNvPr>
          <p:cNvSpPr>
            <a:spLocks noGrp="1"/>
          </p:cNvSpPr>
          <p:nvPr>
            <p:ph type="title"/>
          </p:nvPr>
        </p:nvSpPr>
        <p:spPr>
          <a:xfrm>
            <a:off x="4632163" y="1016955"/>
            <a:ext cx="7026437" cy="731520"/>
          </a:xfrm>
        </p:spPr>
        <p:txBody>
          <a:bodyPr anchor="t">
            <a:normAutofit/>
          </a:bodyPr>
          <a:lstStyle/>
          <a:p>
            <a:r>
              <a:rPr lang="en-US" sz="2500"/>
              <a:t>Activity: Array Manipulation in Python</a:t>
            </a:r>
          </a:p>
        </p:txBody>
      </p:sp>
      <p:pic>
        <p:nvPicPr>
          <p:cNvPr id="5" name="Content Placeholder 4" descr="DNA code on large LED screen">
            <a:extLst>
              <a:ext uri="{FF2B5EF4-FFF2-40B4-BE49-F238E27FC236}">
                <a16:creationId xmlns:a16="http://schemas.microsoft.com/office/drawing/2014/main" id="{41B67D4B-455D-47DD-A49E-A392E59ACCA3}"/>
              </a:ext>
            </a:extLst>
          </p:cNvPr>
          <p:cNvPicPr>
            <a:picLocks noGrp="1" noChangeAspect="1"/>
          </p:cNvPicPr>
          <p:nvPr>
            <p:ph type="pic" sz="quarter" idx="13"/>
          </p:nvPr>
        </p:nvPicPr>
        <p:blipFill>
          <a:blip r:embed="rId3"/>
          <a:srcRect l="8017" r="53068" b="-2"/>
          <a:stretch>
            <a:fillRect/>
          </a:stretch>
        </p:blipFill>
        <p:spPr>
          <a:xfrm>
            <a:off x="20" y="1"/>
            <a:ext cx="3998113" cy="6858000"/>
          </a:xfrm>
          <a:prstGeom prst="rect">
            <a:avLst/>
          </a:prstGeom>
          <a:noFill/>
        </p:spPr>
      </p:pic>
      <p:sp>
        <p:nvSpPr>
          <p:cNvPr id="4" name="Content Placeholder 3">
            <a:extLst>
              <a:ext uri="{FF2B5EF4-FFF2-40B4-BE49-F238E27FC236}">
                <a16:creationId xmlns:a16="http://schemas.microsoft.com/office/drawing/2014/main" id="{3A0A598E-DB7D-ABB2-6C54-F379E0909E2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2168" y="2145668"/>
            <a:ext cx="7026432" cy="4077331"/>
          </a:xfrm>
        </p:spPr>
        <p:txBody>
          <a:bodyPr>
            <a:normAutofit/>
          </a:bodyPr>
          <a:lstStyle/>
          <a:p>
            <a:pPr marL="0" indent="0">
              <a:spcBef>
                <a:spcPts val="2500"/>
              </a:spcBef>
              <a:buFont typeface="Arial" panose="020B0604020202020204" pitchFamily="34" charset="0"/>
              <a:buNone/>
            </a:pPr>
            <a:r>
              <a:rPr lang="en-US" b="1"/>
              <a:t>Create and Modify Array</a:t>
            </a:r>
          </a:p>
          <a:p>
            <a:pPr marL="0" lvl="1" indent="0">
              <a:buFont typeface="Arial" panose="020B0604020202020204" pitchFamily="34" charset="0"/>
              <a:buNone/>
            </a:pPr>
            <a:r>
              <a:t>Learners create an array of five numbers and add a new number using the append() method.</a:t>
            </a:r>
            <a:endParaRPr lang="en-US"/>
          </a:p>
          <a:p>
            <a:pPr marL="0" indent="0">
              <a:spcBef>
                <a:spcPts val="2500"/>
              </a:spcBef>
              <a:buFont typeface="Arial" panose="020B0604020202020204" pitchFamily="34" charset="0"/>
              <a:buNone/>
            </a:pPr>
            <a:r>
              <a:rPr lang="en-US" b="1"/>
              <a:t>Remove Elements</a:t>
            </a:r>
          </a:p>
          <a:p>
            <a:pPr marL="0" lvl="1" indent="0">
              <a:buFont typeface="Arial" panose="020B0604020202020204" pitchFamily="34" charset="0"/>
              <a:buNone/>
            </a:pPr>
            <a:r>
              <a:t>Remove the second element using pop() or del to understand dynamic array manipulation.</a:t>
            </a:r>
            <a:endParaRPr lang="en-US"/>
          </a:p>
          <a:p>
            <a:pPr marL="0" indent="0">
              <a:spcBef>
                <a:spcPts val="2500"/>
              </a:spcBef>
              <a:buFont typeface="Arial" panose="020B0604020202020204" pitchFamily="34" charset="0"/>
              <a:buNone/>
            </a:pPr>
            <a:r>
              <a:rPr lang="en-US" b="1"/>
              <a:t>Slicing and Indexing</a:t>
            </a:r>
          </a:p>
          <a:p>
            <a:pPr marL="0" lvl="1" indent="0">
              <a:buFont typeface="Arial" panose="020B0604020202020204" pitchFamily="34" charset="0"/>
              <a:buNone/>
            </a:pPr>
            <a:r>
              <a:t>Experiment with slicing and indexing to retrieve subsets of data from the array.</a:t>
            </a:r>
            <a:endParaRPr lang="en-US"/>
          </a:p>
          <a:p>
            <a:pPr marL="0" indent="0">
              <a:spcBef>
                <a:spcPts val="2500"/>
              </a:spcBef>
              <a:buFont typeface="Arial" panose="020B0604020202020204" pitchFamily="34" charset="0"/>
              <a:buNone/>
            </a:pPr>
            <a:r>
              <a:rPr lang="en-US" b="1"/>
              <a:t>Discussion on Data Structures</a:t>
            </a:r>
          </a:p>
          <a:p>
            <a:pPr marL="0" lvl="1" indent="0">
              <a:buFont typeface="Arial" panose="020B0604020202020204" pitchFamily="34" charset="0"/>
              <a:buNone/>
            </a:pPr>
            <a:r>
              <a:t>Discuss differences between arrays and other data structures and their appropriate applications.</a:t>
            </a:r>
            <a:endParaRPr lang="en-US"/>
          </a:p>
        </p:txBody>
      </p:sp>
    </p:spTree>
    <p:extLst>
      <p:ext uri="{BB962C8B-B14F-4D97-AF65-F5344CB8AC3E}">
        <p14:creationId xmlns:p14="http://schemas.microsoft.com/office/powerpoint/2010/main" val="16040224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4AE60-466E-ECEF-B046-CD03A272AE8A}"/>
              </a:ext>
            </a:extLst>
          </p:cNvPr>
          <p:cNvSpPr>
            <a:spLocks noGrp="1"/>
          </p:cNvSpPr>
          <p:nvPr>
            <p:ph type="ctrTitle"/>
          </p:nvPr>
        </p:nvSpPr>
        <p:spPr>
          <a:xfrm>
            <a:off x="533400" y="1143000"/>
            <a:ext cx="8576636" cy="5271008"/>
          </a:xfrm>
        </p:spPr>
        <p:txBody>
          <a:bodyPr anchor="b">
            <a:normAutofit/>
          </a:bodyPr>
          <a:lstStyle/>
          <a:p>
            <a:r>
              <a:rPr lang="en-US"/>
              <a:t>Stacks</a:t>
            </a:r>
          </a:p>
        </p:txBody>
      </p:sp>
    </p:spTree>
    <p:extLst>
      <p:ext uri="{BB962C8B-B14F-4D97-AF65-F5344CB8AC3E}">
        <p14:creationId xmlns:p14="http://schemas.microsoft.com/office/powerpoint/2010/main" val="2150667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7E7DB-7796-B8FF-7D2D-AEACADAC9270}"/>
              </a:ext>
            </a:extLst>
          </p:cNvPr>
          <p:cNvSpPr>
            <a:spLocks noGrp="1"/>
          </p:cNvSpPr>
          <p:nvPr>
            <p:ph type="title"/>
          </p:nvPr>
        </p:nvSpPr>
        <p:spPr>
          <a:xfrm>
            <a:off x="7229478" y="1016955"/>
            <a:ext cx="4429122" cy="1328932"/>
          </a:xfrm>
        </p:spPr>
        <p:txBody>
          <a:bodyPr anchor="b">
            <a:normAutofit/>
          </a:bodyPr>
          <a:lstStyle/>
          <a:p>
            <a:r>
              <a:rPr lang="en-US" sz="3300"/>
              <a:t>Concept and Implementation of Stacks</a:t>
            </a:r>
          </a:p>
        </p:txBody>
      </p:sp>
      <p:pic>
        <p:nvPicPr>
          <p:cNvPr id="5" name="Content Placeholder 4" descr="abstract programm binary code  and colored array cube Database">
            <a:extLst>
              <a:ext uri="{FF2B5EF4-FFF2-40B4-BE49-F238E27FC236}">
                <a16:creationId xmlns:a16="http://schemas.microsoft.com/office/drawing/2014/main" id="{A7FB7252-6E0E-468C-A687-E33E9AFE7A6E}"/>
              </a:ext>
            </a:extLst>
          </p:cNvPr>
          <p:cNvPicPr>
            <a:picLocks noGrp="1" noChangeAspect="1"/>
          </p:cNvPicPr>
          <p:nvPr>
            <p:ph type="pic" sz="quarter" idx="13"/>
          </p:nvPr>
        </p:nvPicPr>
        <p:blipFill>
          <a:blip r:embed="rId3"/>
          <a:srcRect l="42253" r="2" b="2"/>
          <a:stretch>
            <a:fillRect/>
          </a:stretch>
        </p:blipFill>
        <p:spPr>
          <a:xfrm>
            <a:off x="20" y="16383"/>
            <a:ext cx="6492220" cy="6858000"/>
          </a:xfrm>
          <a:prstGeom prst="rect">
            <a:avLst/>
          </a:prstGeom>
          <a:noFill/>
        </p:spPr>
      </p:pic>
      <p:sp>
        <p:nvSpPr>
          <p:cNvPr id="4" name="Content Placeholder 3">
            <a:extLst>
              <a:ext uri="{FF2B5EF4-FFF2-40B4-BE49-F238E27FC236}">
                <a16:creationId xmlns:a16="http://schemas.microsoft.com/office/drawing/2014/main" id="{3933FA0F-2EFD-5E3A-F9D1-D07B2A27356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29478" y="2495233"/>
            <a:ext cx="4429121" cy="3727767"/>
          </a:xfrm>
        </p:spPr>
        <p:txBody>
          <a:bodyPr>
            <a:normAutofit/>
          </a:bodyPr>
          <a:lstStyle/>
          <a:p>
            <a:pPr marL="0" indent="0">
              <a:spcBef>
                <a:spcPts val="2500"/>
              </a:spcBef>
              <a:buFont typeface="Arial" panose="020B0604020202020204" pitchFamily="34" charset="0"/>
              <a:buNone/>
            </a:pPr>
            <a:r>
              <a:rPr lang="en-US" b="1"/>
              <a:t>Stack Concept and LIFO</a:t>
            </a:r>
          </a:p>
          <a:p>
            <a:pPr marL="0" lvl="1" indent="0">
              <a:buFont typeface="Arial" panose="020B0604020202020204" pitchFamily="34" charset="0"/>
              <a:buNone/>
            </a:pPr>
            <a:r>
              <a:t>Stacks use Last In, First Out (LIFO) principle where the last element added is removed first.</a:t>
            </a:r>
            <a:endParaRPr lang="en-US"/>
          </a:p>
          <a:p>
            <a:pPr marL="0" indent="0">
              <a:spcBef>
                <a:spcPts val="2500"/>
              </a:spcBef>
              <a:buFont typeface="Arial" panose="020B0604020202020204" pitchFamily="34" charset="0"/>
              <a:buNone/>
            </a:pPr>
            <a:r>
              <a:rPr lang="en-US" b="1"/>
              <a:t>Python Stack Implementation</a:t>
            </a:r>
          </a:p>
          <a:p>
            <a:pPr marL="0" lvl="1" indent="0">
              <a:buFont typeface="Arial" panose="020B0604020202020204" pitchFamily="34" charset="0"/>
              <a:buNone/>
            </a:pPr>
            <a:r>
              <a:t>Stacks can be implemented in Python using lists with append() for push and pop() for removal.</a:t>
            </a:r>
            <a:endParaRPr lang="en-US"/>
          </a:p>
          <a:p>
            <a:pPr marL="0" indent="0">
              <a:spcBef>
                <a:spcPts val="2500"/>
              </a:spcBef>
              <a:buFont typeface="Arial" panose="020B0604020202020204" pitchFamily="34" charset="0"/>
              <a:buNone/>
            </a:pPr>
            <a:r>
              <a:rPr lang="en-US" b="1"/>
              <a:t>Real-World Stack Uses</a:t>
            </a:r>
          </a:p>
          <a:p>
            <a:pPr marL="0" lvl="1" indent="0">
              <a:buFont typeface="Arial" panose="020B0604020202020204" pitchFamily="34" charset="0"/>
              <a:buNone/>
            </a:pPr>
            <a:r>
              <a:t>Stacks are used in function calls, undo features, and expression evaluation in computing.</a:t>
            </a:r>
            <a:endParaRPr lang="en-US"/>
          </a:p>
        </p:txBody>
      </p:sp>
    </p:spTree>
    <p:extLst>
      <p:ext uri="{BB962C8B-B14F-4D97-AF65-F5344CB8AC3E}">
        <p14:creationId xmlns:p14="http://schemas.microsoft.com/office/powerpoint/2010/main" val="27105289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EAA5C-AD21-B2A9-4177-033E026A49D1}"/>
              </a:ext>
            </a:extLst>
          </p:cNvPr>
          <p:cNvSpPr>
            <a:spLocks noGrp="1"/>
          </p:cNvSpPr>
          <p:nvPr>
            <p:ph type="title"/>
          </p:nvPr>
        </p:nvSpPr>
        <p:spPr>
          <a:xfrm>
            <a:off x="533399" y="1016955"/>
            <a:ext cx="4810129" cy="1269482"/>
          </a:xfrm>
        </p:spPr>
        <p:txBody>
          <a:bodyPr anchor="t">
            <a:normAutofit/>
          </a:bodyPr>
          <a:lstStyle/>
          <a:p>
            <a:r>
              <a:rPr lang="en-US" sz="3100"/>
              <a:t>Activity: Implementing Stack Operations</a:t>
            </a:r>
          </a:p>
        </p:txBody>
      </p:sp>
      <p:pic>
        <p:nvPicPr>
          <p:cNvPr id="5" name="Content Placeholder 4" descr="digital technology concept">
            <a:extLst>
              <a:ext uri="{FF2B5EF4-FFF2-40B4-BE49-F238E27FC236}">
                <a16:creationId xmlns:a16="http://schemas.microsoft.com/office/drawing/2014/main" id="{A6D08CEE-46F2-4ECE-A7CA-BC3B07B693F1}"/>
              </a:ext>
            </a:extLst>
          </p:cNvPr>
          <p:cNvPicPr>
            <a:picLocks noGrp="1" noChangeAspect="1"/>
          </p:cNvPicPr>
          <p:nvPr>
            <p:ph type="pic" sz="quarter" idx="13"/>
          </p:nvPr>
        </p:nvPicPr>
        <p:blipFill>
          <a:blip r:embed="rId3"/>
          <a:srcRect l="27823" r="1114" b="1"/>
          <a:stretch>
            <a:fillRect/>
          </a:stretch>
        </p:blipFill>
        <p:spPr>
          <a:xfrm>
            <a:off x="634030" y="2495234"/>
            <a:ext cx="4709498" cy="3727766"/>
          </a:xfrm>
          <a:prstGeom prst="rect">
            <a:avLst/>
          </a:prstGeom>
          <a:noFill/>
        </p:spPr>
      </p:pic>
      <p:sp>
        <p:nvSpPr>
          <p:cNvPr id="4" name="Content Placeholder 3">
            <a:extLst>
              <a:ext uri="{FF2B5EF4-FFF2-40B4-BE49-F238E27FC236}">
                <a16:creationId xmlns:a16="http://schemas.microsoft.com/office/drawing/2014/main" id="{31637DE7-B80A-1064-F572-0581DBB1361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1010614"/>
            <a:ext cx="5753037" cy="5212386"/>
          </a:xfrm>
        </p:spPr>
        <p:txBody>
          <a:bodyPr>
            <a:normAutofit/>
          </a:bodyPr>
          <a:lstStyle/>
          <a:p>
            <a:pPr marL="0" indent="0">
              <a:spcBef>
                <a:spcPts val="2500"/>
              </a:spcBef>
              <a:buFont typeface="Arial" panose="020B0604020202020204" pitchFamily="34" charset="0"/>
              <a:buNone/>
            </a:pPr>
            <a:r>
              <a:rPr lang="en-US" b="1"/>
              <a:t>Stack Implementation in Python</a:t>
            </a:r>
          </a:p>
          <a:p>
            <a:pPr marL="0" lvl="1" indent="0">
              <a:buFont typeface="Arial" panose="020B0604020202020204" pitchFamily="34" charset="0"/>
              <a:buNone/>
            </a:pPr>
            <a:r>
              <a:t>Create an empty stack and add elements using append() to demonstrate basic stack operations.</a:t>
            </a:r>
            <a:endParaRPr lang="en-US"/>
          </a:p>
          <a:p>
            <a:pPr marL="0" indent="0">
              <a:spcBef>
                <a:spcPts val="2500"/>
              </a:spcBef>
              <a:buFont typeface="Arial" panose="020B0604020202020204" pitchFamily="34" charset="0"/>
              <a:buNone/>
            </a:pPr>
            <a:r>
              <a:rPr lang="en-US" b="1"/>
              <a:t>Removing Elements with pop()</a:t>
            </a:r>
          </a:p>
          <a:p>
            <a:pPr marL="0" lvl="1" indent="0">
              <a:buFont typeface="Arial" panose="020B0604020202020204" pitchFamily="34" charset="0"/>
              <a:buNone/>
            </a:pPr>
            <a:r>
              <a:t>Remove elements using pop() method and observe stack changes to reinforce LIFO concept.</a:t>
            </a:r>
            <a:endParaRPr lang="en-US"/>
          </a:p>
          <a:p>
            <a:pPr marL="0" indent="0">
              <a:spcBef>
                <a:spcPts val="2500"/>
              </a:spcBef>
              <a:buFont typeface="Arial" panose="020B0604020202020204" pitchFamily="34" charset="0"/>
              <a:buNone/>
            </a:pPr>
            <a:r>
              <a:rPr lang="en-US" b="1"/>
              <a:t>Error Handling in Stacks</a:t>
            </a:r>
          </a:p>
          <a:p>
            <a:pPr marL="0" lvl="1" indent="0">
              <a:buFont typeface="Arial" panose="020B0604020202020204" pitchFamily="34" charset="0"/>
              <a:buNone/>
            </a:pPr>
            <a:r>
              <a:t>Consider error handling when pop() is called on an empty stack to avoid runtime errors.</a:t>
            </a:r>
            <a:endParaRPr lang="en-US"/>
          </a:p>
          <a:p>
            <a:pPr marL="0" indent="0">
              <a:spcBef>
                <a:spcPts val="2500"/>
              </a:spcBef>
              <a:buFont typeface="Arial" panose="020B0604020202020204" pitchFamily="34" charset="0"/>
              <a:buNone/>
            </a:pPr>
            <a:r>
              <a:rPr lang="en-US" b="1"/>
              <a:t>Applications and Comparisons</a:t>
            </a:r>
          </a:p>
          <a:p>
            <a:pPr marL="0" lvl="1" indent="0">
              <a:buFont typeface="Arial" panose="020B0604020202020204" pitchFamily="34" charset="0"/>
              <a:buNone/>
            </a:pPr>
            <a:r>
              <a:t>Discuss practical uses of stacks and differences compared to arrays and queues.</a:t>
            </a:r>
            <a:endParaRPr lang="en-US"/>
          </a:p>
        </p:txBody>
      </p:sp>
    </p:spTree>
    <p:extLst>
      <p:ext uri="{BB962C8B-B14F-4D97-AF65-F5344CB8AC3E}">
        <p14:creationId xmlns:p14="http://schemas.microsoft.com/office/powerpoint/2010/main" val="26058276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1DC6D-B511-308E-A4FD-96A5B9AEF499}"/>
              </a:ext>
            </a:extLst>
          </p:cNvPr>
          <p:cNvSpPr>
            <a:spLocks noGrp="1"/>
          </p:cNvSpPr>
          <p:nvPr>
            <p:ph type="ctrTitle"/>
          </p:nvPr>
        </p:nvSpPr>
        <p:spPr>
          <a:xfrm>
            <a:off x="533400" y="1143000"/>
            <a:ext cx="8576636" cy="5271008"/>
          </a:xfrm>
        </p:spPr>
        <p:txBody>
          <a:bodyPr anchor="b">
            <a:normAutofit/>
          </a:bodyPr>
          <a:lstStyle/>
          <a:p>
            <a:r>
              <a:rPr lang="en-US"/>
              <a:t>Queues</a:t>
            </a:r>
          </a:p>
        </p:txBody>
      </p:sp>
    </p:spTree>
    <p:extLst>
      <p:ext uri="{BB962C8B-B14F-4D97-AF65-F5344CB8AC3E}">
        <p14:creationId xmlns:p14="http://schemas.microsoft.com/office/powerpoint/2010/main" val="35987767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5941E-505E-F533-6CC5-F2E8988A24E6}"/>
              </a:ext>
            </a:extLst>
          </p:cNvPr>
          <p:cNvSpPr>
            <a:spLocks noGrp="1"/>
          </p:cNvSpPr>
          <p:nvPr>
            <p:ph type="title"/>
          </p:nvPr>
        </p:nvSpPr>
        <p:spPr>
          <a:xfrm>
            <a:off x="4632163" y="1016955"/>
            <a:ext cx="7026437" cy="731520"/>
          </a:xfrm>
        </p:spPr>
        <p:txBody>
          <a:bodyPr anchor="t">
            <a:normAutofit/>
          </a:bodyPr>
          <a:lstStyle/>
          <a:p>
            <a:r>
              <a:rPr lang="en-US" sz="2500"/>
              <a:t>Concept and Implementation of Queues</a:t>
            </a:r>
          </a:p>
        </p:txBody>
      </p:sp>
      <p:pic>
        <p:nvPicPr>
          <p:cNvPr id="5" name="Content Placeholder 4" descr="3D illustration.">
            <a:extLst>
              <a:ext uri="{FF2B5EF4-FFF2-40B4-BE49-F238E27FC236}">
                <a16:creationId xmlns:a16="http://schemas.microsoft.com/office/drawing/2014/main" id="{C285A441-97D0-4EE0-B91A-81D832765E44}"/>
              </a:ext>
            </a:extLst>
          </p:cNvPr>
          <p:cNvPicPr>
            <a:picLocks noGrp="1" noChangeAspect="1"/>
          </p:cNvPicPr>
          <p:nvPr>
            <p:ph type="pic" sz="quarter" idx="13"/>
          </p:nvPr>
        </p:nvPicPr>
        <p:blipFill>
          <a:blip r:embed="rId3"/>
          <a:srcRect l="12286" r="43990"/>
          <a:stretch>
            <a:fillRect/>
          </a:stretch>
        </p:blipFill>
        <p:spPr>
          <a:xfrm>
            <a:off x="20" y="1"/>
            <a:ext cx="3998113" cy="6858000"/>
          </a:xfrm>
          <a:prstGeom prst="rect">
            <a:avLst/>
          </a:prstGeom>
          <a:noFill/>
        </p:spPr>
      </p:pic>
      <p:sp>
        <p:nvSpPr>
          <p:cNvPr id="4" name="Content Placeholder 3">
            <a:extLst>
              <a:ext uri="{FF2B5EF4-FFF2-40B4-BE49-F238E27FC236}">
                <a16:creationId xmlns:a16="http://schemas.microsoft.com/office/drawing/2014/main" id="{BF7B7965-D4DC-4BA8-22E6-F0F9EF69075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2168" y="2145668"/>
            <a:ext cx="7026432" cy="4077331"/>
          </a:xfrm>
        </p:spPr>
        <p:txBody>
          <a:bodyPr>
            <a:normAutofit/>
          </a:bodyPr>
          <a:lstStyle/>
          <a:p>
            <a:pPr marL="0" indent="0">
              <a:spcBef>
                <a:spcPts val="2500"/>
              </a:spcBef>
              <a:buFont typeface="Arial" panose="020B0604020202020204" pitchFamily="34" charset="0"/>
              <a:buNone/>
            </a:pPr>
            <a:r>
              <a:rPr lang="en-US" b="1"/>
              <a:t>FIFO Principle in Queues</a:t>
            </a:r>
          </a:p>
          <a:p>
            <a:pPr marL="0" lvl="1" indent="0">
              <a:buFont typeface="Arial" panose="020B0604020202020204" pitchFamily="34" charset="0"/>
              <a:buNone/>
            </a:pPr>
            <a:r>
              <a:t>Queues operate on the First In, First Out principle, ensuring ordered processing of elements.</a:t>
            </a:r>
            <a:endParaRPr lang="en-US"/>
          </a:p>
          <a:p>
            <a:pPr marL="0" indent="0">
              <a:spcBef>
                <a:spcPts val="2500"/>
              </a:spcBef>
              <a:buFont typeface="Arial" panose="020B0604020202020204" pitchFamily="34" charset="0"/>
              <a:buNone/>
            </a:pPr>
            <a:r>
              <a:rPr lang="en-US" b="1"/>
              <a:t>Python Queue Implementation</a:t>
            </a:r>
          </a:p>
          <a:p>
            <a:pPr marL="0" lvl="1" indent="0">
              <a:buFont typeface="Arial" panose="020B0604020202020204" pitchFamily="34" charset="0"/>
              <a:buNone/>
            </a:pPr>
            <a:r>
              <a:t>Python uses collections.deque for efficient queue operations like append and popleft.</a:t>
            </a:r>
            <a:endParaRPr lang="en-US"/>
          </a:p>
          <a:p>
            <a:pPr marL="0" indent="0">
              <a:spcBef>
                <a:spcPts val="2500"/>
              </a:spcBef>
              <a:buFont typeface="Arial" panose="020B0604020202020204" pitchFamily="34" charset="0"/>
              <a:buNone/>
            </a:pPr>
            <a:r>
              <a:rPr lang="en-US" b="1"/>
              <a:t>Applications of Queues</a:t>
            </a:r>
          </a:p>
          <a:p>
            <a:pPr marL="0" lvl="1" indent="0">
              <a:buFont typeface="Arial" panose="020B0604020202020204" pitchFamily="34" charset="0"/>
              <a:buNone/>
            </a:pPr>
            <a:r>
              <a:t>Queues are used in task scheduling, resource management, and handling system requests efficiently.</a:t>
            </a:r>
            <a:endParaRPr lang="en-US"/>
          </a:p>
          <a:p>
            <a:pPr marL="0" indent="0">
              <a:spcBef>
                <a:spcPts val="2500"/>
              </a:spcBef>
              <a:buFont typeface="Arial" panose="020B0604020202020204" pitchFamily="34" charset="0"/>
              <a:buNone/>
            </a:pPr>
            <a:r>
              <a:rPr lang="en-US" b="1"/>
              <a:t>Queues vs Stacks</a:t>
            </a:r>
          </a:p>
          <a:p>
            <a:pPr marL="0" lvl="1" indent="0">
              <a:buFont typeface="Arial" panose="020B0604020202020204" pitchFamily="34" charset="0"/>
              <a:buNone/>
            </a:pPr>
            <a:r>
              <a:t>Queues differ from stacks by processing elements in FIFO order rather than LIFO order.</a:t>
            </a:r>
            <a:endParaRPr lang="en-US"/>
          </a:p>
        </p:txBody>
      </p:sp>
    </p:spTree>
    <p:extLst>
      <p:ext uri="{BB962C8B-B14F-4D97-AF65-F5344CB8AC3E}">
        <p14:creationId xmlns:p14="http://schemas.microsoft.com/office/powerpoint/2010/main" val="18312085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1416A-DA4C-2519-D020-545ED76224EC}"/>
              </a:ext>
            </a:extLst>
          </p:cNvPr>
          <p:cNvSpPr>
            <a:spLocks noGrp="1"/>
          </p:cNvSpPr>
          <p:nvPr>
            <p:ph type="title"/>
          </p:nvPr>
        </p:nvSpPr>
        <p:spPr>
          <a:xfrm>
            <a:off x="7229478" y="1016955"/>
            <a:ext cx="4429122" cy="1328932"/>
          </a:xfrm>
        </p:spPr>
        <p:txBody>
          <a:bodyPr anchor="b">
            <a:normAutofit/>
          </a:bodyPr>
          <a:lstStyle/>
          <a:p>
            <a:r>
              <a:rPr lang="en-US" sz="3300"/>
              <a:t>Activity: Building a Queue in Python</a:t>
            </a:r>
          </a:p>
        </p:txBody>
      </p:sp>
      <p:pic>
        <p:nvPicPr>
          <p:cNvPr id="5" name="Content Placeholder 4" descr="Global communication and collaboration intricately involving electronic ropes and keys through social networking of smart phones equipped with AI.">
            <a:extLst>
              <a:ext uri="{FF2B5EF4-FFF2-40B4-BE49-F238E27FC236}">
                <a16:creationId xmlns:a16="http://schemas.microsoft.com/office/drawing/2014/main" id="{20338A64-6A14-4DB9-8964-57F33A577C65}"/>
              </a:ext>
            </a:extLst>
          </p:cNvPr>
          <p:cNvPicPr>
            <a:picLocks noGrp="1" noChangeAspect="1"/>
          </p:cNvPicPr>
          <p:nvPr>
            <p:ph type="pic" sz="quarter" idx="13"/>
          </p:nvPr>
        </p:nvPicPr>
        <p:blipFill>
          <a:blip r:embed="rId3"/>
          <a:srcRect l="13216" r="23593" b="-2"/>
          <a:stretch>
            <a:fillRect/>
          </a:stretch>
        </p:blipFill>
        <p:spPr>
          <a:xfrm>
            <a:off x="20" y="16383"/>
            <a:ext cx="6492220" cy="6858000"/>
          </a:xfrm>
          <a:prstGeom prst="rect">
            <a:avLst/>
          </a:prstGeom>
          <a:noFill/>
        </p:spPr>
      </p:pic>
      <p:sp>
        <p:nvSpPr>
          <p:cNvPr id="4" name="Content Placeholder 3">
            <a:extLst>
              <a:ext uri="{FF2B5EF4-FFF2-40B4-BE49-F238E27FC236}">
                <a16:creationId xmlns:a16="http://schemas.microsoft.com/office/drawing/2014/main" id="{36EB0254-CB1A-C6C5-E1E4-F459A282084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29478" y="2495233"/>
            <a:ext cx="4429121" cy="3727767"/>
          </a:xfrm>
        </p:spPr>
        <p:txBody>
          <a:bodyPr>
            <a:normAutofit/>
          </a:bodyPr>
          <a:lstStyle/>
          <a:p>
            <a:pPr marL="0" indent="0">
              <a:spcBef>
                <a:spcPts val="2500"/>
              </a:spcBef>
              <a:buFont typeface="Arial" panose="020B0604020202020204" pitchFamily="34" charset="0"/>
              <a:buNone/>
            </a:pPr>
            <a:r>
              <a:rPr lang="en-US" b="1"/>
              <a:t>Queue Implementation Using deque</a:t>
            </a:r>
          </a:p>
          <a:p>
            <a:pPr marL="0" lvl="1" indent="0">
              <a:buFont typeface="Arial" panose="020B0604020202020204" pitchFamily="34" charset="0"/>
              <a:buNone/>
            </a:pPr>
            <a:r>
              <a:t>Learners create a queue in Python using collections.deque for efficient FIFO operations.</a:t>
            </a:r>
            <a:endParaRPr lang="en-US"/>
          </a:p>
          <a:p>
            <a:pPr marL="0" indent="0">
              <a:spcBef>
                <a:spcPts val="2500"/>
              </a:spcBef>
              <a:buFont typeface="Arial" panose="020B0604020202020204" pitchFamily="34" charset="0"/>
              <a:buNone/>
            </a:pPr>
            <a:r>
              <a:rPr lang="en-US" b="1"/>
              <a:t>Basic Queue Operations</a:t>
            </a:r>
          </a:p>
          <a:p>
            <a:pPr marL="0" lvl="1" indent="0">
              <a:buFont typeface="Arial" panose="020B0604020202020204" pitchFamily="34" charset="0"/>
              <a:buNone/>
            </a:pPr>
            <a:r>
              <a:t>Key queue operations include append() to add and popleft() to remove elements, illustrating FIFO behavior.</a:t>
            </a:r>
            <a:endParaRPr lang="en-US"/>
          </a:p>
          <a:p>
            <a:pPr marL="0" indent="0">
              <a:spcBef>
                <a:spcPts val="2500"/>
              </a:spcBef>
              <a:buFont typeface="Arial" panose="020B0604020202020204" pitchFamily="34" charset="0"/>
              <a:buNone/>
            </a:pPr>
            <a:r>
              <a:rPr lang="en-US" b="1"/>
              <a:t>Real-World Queue Applications</a:t>
            </a:r>
          </a:p>
          <a:p>
            <a:pPr marL="0" lvl="1" indent="0">
              <a:buFont typeface="Arial" panose="020B0604020202020204" pitchFamily="34" charset="0"/>
              <a:buNone/>
            </a:pPr>
            <a:r>
              <a:t>Queues are applied in scenarios like print job management and customer service for orderly processing.</a:t>
            </a:r>
            <a:endParaRPr lang="en-US"/>
          </a:p>
        </p:txBody>
      </p:sp>
    </p:spTree>
    <p:extLst>
      <p:ext uri="{BB962C8B-B14F-4D97-AF65-F5344CB8AC3E}">
        <p14:creationId xmlns:p14="http://schemas.microsoft.com/office/powerpoint/2010/main" val="33260280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D60E2-57F6-AD7A-86C9-661B889D69E3}"/>
              </a:ext>
            </a:extLst>
          </p:cNvPr>
          <p:cNvSpPr>
            <a:spLocks noGrp="1"/>
          </p:cNvSpPr>
          <p:nvPr>
            <p:ph type="ctrTitle"/>
          </p:nvPr>
        </p:nvSpPr>
        <p:spPr>
          <a:xfrm>
            <a:off x="533400" y="1143000"/>
            <a:ext cx="8576636" cy="5271008"/>
          </a:xfrm>
        </p:spPr>
        <p:txBody>
          <a:bodyPr anchor="b">
            <a:normAutofit/>
          </a:bodyPr>
          <a:lstStyle/>
          <a:p>
            <a:r>
              <a:rPr lang="en-US"/>
              <a:t>Naming Conventions</a:t>
            </a:r>
          </a:p>
        </p:txBody>
      </p:sp>
    </p:spTree>
    <p:extLst>
      <p:ext uri="{BB962C8B-B14F-4D97-AF65-F5344CB8AC3E}">
        <p14:creationId xmlns:p14="http://schemas.microsoft.com/office/powerpoint/2010/main" val="26128738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3C9A7-7C3C-FE38-A5AA-D92E4419F84B}"/>
              </a:ext>
            </a:extLst>
          </p:cNvPr>
          <p:cNvSpPr>
            <a:spLocks noGrp="1"/>
          </p:cNvSpPr>
          <p:nvPr>
            <p:ph type="title"/>
          </p:nvPr>
        </p:nvSpPr>
        <p:spPr>
          <a:xfrm>
            <a:off x="7229478" y="1016955"/>
            <a:ext cx="4429122" cy="1328932"/>
          </a:xfrm>
        </p:spPr>
        <p:txBody>
          <a:bodyPr anchor="b">
            <a:normAutofit/>
          </a:bodyPr>
          <a:lstStyle/>
          <a:p>
            <a:r>
              <a:rPr lang="en-US" sz="3300"/>
              <a:t>Best Practices for Naming in Python</a:t>
            </a:r>
          </a:p>
        </p:txBody>
      </p:sp>
      <p:pic>
        <p:nvPicPr>
          <p:cNvPr id="5" name="Content Placeholder 4" descr="a programmer is debugging his code (code is mirrored horizontally)&#10;&#10;view more similar files:&#10;[url=search/portfolio/248175/?facets={%2235%22:%5B%22technology%22,%22OR%20computer%22,%22OR%20camera%22,%22OR%20internet%22%5D,%229%22:0,%2230%22:%22100%22}][img]http://www.photonullplus.de/misc/istock/istock-thumb-tech.jpg[/img][/url] [url=search/portfolio/248175/?facets={%2235%22:%5B%22job%22,%22OR%20work%22,%22OR%20messenger%22%5D,%229%22:0,%2230%22:%22100%22}][img]http://www.photonullplus.de/misc/istock/istock-thumb-jobs.jpg[/img][/url]&#10;&#10;[url=file_closeup.php?id=9924417][img]file_thumbview_approve.php?size=1&amp;id=9924417[/img][/url] [url=file_closeup.php?id=9880384][img]file_thumbview_approve.php?size=1&amp;id=9880384[/img][/url] [url=file_closeup.php?id=9880369][img]file_thumbview_approve.php?size=1&amp;id=9880369[/img][/url] [url=file_closeup.php?id=9880343][img]file_thumbview_approve.php?size=1&amp;id=9880343[/img][/url] [url=file_closeup.php?id=9880317][img]file_thumbview_approve.php?size=1&amp;id=9880317[/img][/url] [url=file_closeup.php?id=9422617][img]file_thumbview_approve.php?size=1&amp;id=9422617[/img][/url] [url=file_closeup.php?id=9422623][img]file_thumbview_approve.php?size=1&amp;id=9422623[/img][/url] [url=file_closeup.php?id=16508469][img]file_thumbview_approve.php?size=1&amp;id=16508469[/img][/url] [url=file_closeup.php?id=16863859][img]file_thumbview_approve.php?size=1&amp;id=16863859[/img][/url] [url=file_closeup.php?id=16863845][img]file_thumbview_approve.php?size=1&amp;id=16863845[/img][/url] [url=file_closeup.php?id=17323807][img]file_thumbview_approve.php?size=1&amp;id=17323807[/img][/url] [url=file_closeup.php?id=17323693][img]file_thumbview_approve.php?size=1&amp;id=17323693[/img][/url] [url=file_closeup.php?id=18279006][img]file_thumbview_approve.php?size=1&amp;id=18279006[/img][/url] [url=file_closeup.php?id=18279019][img]file_thumbview_approve.php?size=1&amp;id=18279019[/img][/url]">
            <a:extLst>
              <a:ext uri="{FF2B5EF4-FFF2-40B4-BE49-F238E27FC236}">
                <a16:creationId xmlns:a16="http://schemas.microsoft.com/office/drawing/2014/main" id="{919FDCB7-D890-447B-A8A2-7619F84BA885}"/>
              </a:ext>
            </a:extLst>
          </p:cNvPr>
          <p:cNvPicPr>
            <a:picLocks noGrp="1" noChangeAspect="1"/>
          </p:cNvPicPr>
          <p:nvPr>
            <p:ph type="pic" sz="quarter" idx="13"/>
          </p:nvPr>
        </p:nvPicPr>
        <p:blipFill>
          <a:blip r:embed="rId3"/>
          <a:srcRect l="33781" r="3029" b="-2"/>
          <a:stretch>
            <a:fillRect/>
          </a:stretch>
        </p:blipFill>
        <p:spPr>
          <a:xfrm>
            <a:off x="20" y="16383"/>
            <a:ext cx="6492220" cy="6858000"/>
          </a:xfrm>
          <a:prstGeom prst="rect">
            <a:avLst/>
          </a:prstGeom>
          <a:noFill/>
        </p:spPr>
      </p:pic>
      <p:sp>
        <p:nvSpPr>
          <p:cNvPr id="4" name="Content Placeholder 3">
            <a:extLst>
              <a:ext uri="{FF2B5EF4-FFF2-40B4-BE49-F238E27FC236}">
                <a16:creationId xmlns:a16="http://schemas.microsoft.com/office/drawing/2014/main" id="{DC5D6B73-C8B1-6160-59BE-7AB110EDDF7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29478" y="2495233"/>
            <a:ext cx="4429121" cy="3727767"/>
          </a:xfrm>
        </p:spPr>
        <p:txBody>
          <a:bodyPr>
            <a:normAutofit/>
          </a:bodyPr>
          <a:lstStyle/>
          <a:p>
            <a:pPr marL="0" indent="0">
              <a:spcBef>
                <a:spcPts val="2500"/>
              </a:spcBef>
              <a:buFont typeface="Arial" panose="020B0604020202020204" pitchFamily="34" charset="0"/>
              <a:buNone/>
            </a:pPr>
            <a:r>
              <a:rPr lang="en-US" b="1"/>
              <a:t>Python Naming Conventions</a:t>
            </a:r>
          </a:p>
          <a:p>
            <a:pPr marL="0" lvl="1" indent="0">
              <a:buFont typeface="Arial" panose="020B0604020202020204" pitchFamily="34" charset="0"/>
              <a:buNone/>
            </a:pPr>
            <a:r>
              <a:t>Variables and functions use lowercase_with_underscores, classes use CapitalizedWords (PascalCase), constants use ALL_CAPS.</a:t>
            </a:r>
            <a:endParaRPr lang="en-US"/>
          </a:p>
          <a:p>
            <a:pPr marL="0" indent="0">
              <a:spcBef>
                <a:spcPts val="2500"/>
              </a:spcBef>
              <a:buFont typeface="Arial" panose="020B0604020202020204" pitchFamily="34" charset="0"/>
              <a:buNone/>
            </a:pPr>
            <a:r>
              <a:rPr lang="en-US" b="1"/>
              <a:t>Meaningful Names Importance</a:t>
            </a:r>
          </a:p>
          <a:p>
            <a:pPr marL="0" lvl="1" indent="0">
              <a:buFont typeface="Arial" panose="020B0604020202020204" pitchFamily="34" charset="0"/>
              <a:buNone/>
            </a:pPr>
            <a:r>
              <a:t>Meaningful names convey variable and function purposes, reducing confusion and enhancing collaboration.</a:t>
            </a:r>
            <a:endParaRPr lang="en-US"/>
          </a:p>
          <a:p>
            <a:pPr marL="0" indent="0">
              <a:spcBef>
                <a:spcPts val="2500"/>
              </a:spcBef>
              <a:buFont typeface="Arial" panose="020B0604020202020204" pitchFamily="34" charset="0"/>
              <a:buNone/>
            </a:pPr>
            <a:r>
              <a:rPr lang="en-US" b="1"/>
              <a:t>Consistent Naming Benefits</a:t>
            </a:r>
          </a:p>
          <a:p>
            <a:pPr marL="0" lvl="1" indent="0">
              <a:buFont typeface="Arial" panose="020B0604020202020204" pitchFamily="34" charset="0"/>
              <a:buNone/>
            </a:pPr>
            <a:r>
              <a:t>Consistent naming improves code readability, maintainability and helps teamwork efficiency.</a:t>
            </a:r>
            <a:endParaRPr lang="en-US"/>
          </a:p>
        </p:txBody>
      </p:sp>
    </p:spTree>
    <p:extLst>
      <p:ext uri="{BB962C8B-B14F-4D97-AF65-F5344CB8AC3E}">
        <p14:creationId xmlns:p14="http://schemas.microsoft.com/office/powerpoint/2010/main" val="25063264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832C6-DEFF-B3F2-B83F-0E5CF10BCF74}"/>
              </a:ext>
            </a:extLst>
          </p:cNvPr>
          <p:cNvSpPr>
            <a:spLocks noGrp="1"/>
          </p:cNvSpPr>
          <p:nvPr>
            <p:ph type="title"/>
          </p:nvPr>
        </p:nvSpPr>
        <p:spPr>
          <a:xfrm>
            <a:off x="4962523" y="1016956"/>
            <a:ext cx="6696076" cy="731520"/>
          </a:xfrm>
        </p:spPr>
        <p:txBody>
          <a:bodyPr anchor="t">
            <a:normAutofit/>
          </a:bodyPr>
          <a:lstStyle/>
          <a:p>
            <a:r>
              <a:rPr lang="en-US" sz="2500"/>
              <a:t>Activity: Improving Code Readability</a:t>
            </a:r>
          </a:p>
        </p:txBody>
      </p:sp>
      <p:pic>
        <p:nvPicPr>
          <p:cNvPr id="5" name="Content Placeholder 4" descr="Computer script on a screen">
            <a:extLst>
              <a:ext uri="{FF2B5EF4-FFF2-40B4-BE49-F238E27FC236}">
                <a16:creationId xmlns:a16="http://schemas.microsoft.com/office/drawing/2014/main" id="{66F27FD9-D6DA-41EB-8C40-C8166BF2F7C8}"/>
              </a:ext>
            </a:extLst>
          </p:cNvPr>
          <p:cNvPicPr>
            <a:picLocks noGrp="1" noChangeAspect="1"/>
          </p:cNvPicPr>
          <p:nvPr>
            <p:ph type="pic" sz="quarter" idx="13"/>
          </p:nvPr>
        </p:nvPicPr>
        <p:blipFill>
          <a:blip r:embed="rId3"/>
          <a:srcRect l="8278" r="48891" b="-1"/>
          <a:stretch>
            <a:fillRect/>
          </a:stretch>
        </p:blipFill>
        <p:spPr>
          <a:xfrm>
            <a:off x="20" y="10"/>
            <a:ext cx="4400534" cy="6857990"/>
          </a:xfrm>
          <a:prstGeom prst="rect">
            <a:avLst/>
          </a:prstGeom>
          <a:noFill/>
        </p:spPr>
      </p:pic>
      <p:sp>
        <p:nvSpPr>
          <p:cNvPr id="4" name="Content Placeholder 3">
            <a:extLst>
              <a:ext uri="{FF2B5EF4-FFF2-40B4-BE49-F238E27FC236}">
                <a16:creationId xmlns:a16="http://schemas.microsoft.com/office/drawing/2014/main" id="{5409722D-B48E-0D14-73D3-D283D3FDEE1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62523" y="2145668"/>
            <a:ext cx="6689892" cy="4118399"/>
          </a:xfrm>
        </p:spPr>
        <p:txBody>
          <a:bodyPr>
            <a:normAutofit/>
          </a:bodyPr>
          <a:lstStyle/>
          <a:p>
            <a:pPr marL="0" indent="0">
              <a:spcBef>
                <a:spcPts val="2500"/>
              </a:spcBef>
              <a:buFont typeface="Arial" panose="020B0604020202020204" pitchFamily="34" charset="0"/>
              <a:buNone/>
            </a:pPr>
            <a:r>
              <a:rPr lang="en-US" b="1"/>
              <a:t>Identify Unclear Variable Names</a:t>
            </a:r>
          </a:p>
          <a:p>
            <a:pPr marL="0" lvl="1" indent="0">
              <a:buFont typeface="Arial" panose="020B0604020202020204" pitchFamily="34" charset="0"/>
              <a:buNone/>
            </a:pPr>
            <a:r>
              <a:t>Review poorly named variables to pinpoint names that reduce code clarity and hinder understanding.</a:t>
            </a:r>
            <a:endParaRPr lang="en-US"/>
          </a:p>
          <a:p>
            <a:pPr marL="0" indent="0">
              <a:spcBef>
                <a:spcPts val="2500"/>
              </a:spcBef>
              <a:buFont typeface="Arial" panose="020B0604020202020204" pitchFamily="34" charset="0"/>
              <a:buNone/>
            </a:pPr>
            <a:r>
              <a:rPr lang="en-US" b="1"/>
              <a:t>Rename to Meaningful Alternatives</a:t>
            </a:r>
          </a:p>
          <a:p>
            <a:pPr marL="0" lvl="1" indent="0">
              <a:buFont typeface="Arial" panose="020B0604020202020204" pitchFamily="34" charset="0"/>
              <a:buNone/>
            </a:pPr>
            <a:r>
              <a:t>Suggest clear and descriptive variable names that enhance the readability and maintainability of the code.</a:t>
            </a:r>
            <a:endParaRPr lang="en-US"/>
          </a:p>
          <a:p>
            <a:pPr marL="0" indent="0">
              <a:spcBef>
                <a:spcPts val="2500"/>
              </a:spcBef>
              <a:buFont typeface="Arial" panose="020B0604020202020204" pitchFamily="34" charset="0"/>
              <a:buNone/>
            </a:pPr>
            <a:r>
              <a:rPr lang="en-US" b="1"/>
              <a:t>Discuss Impact on Readability</a:t>
            </a:r>
          </a:p>
          <a:p>
            <a:pPr marL="0" lvl="1" indent="0">
              <a:buFont typeface="Arial" panose="020B0604020202020204" pitchFamily="34" charset="0"/>
              <a:buNone/>
            </a:pPr>
            <a:r>
              <a:t>Reflect on how improved naming conventions contribute to clarity and better software development practices.</a:t>
            </a:r>
            <a:endParaRPr lang="en-US"/>
          </a:p>
        </p:txBody>
      </p:sp>
    </p:spTree>
    <p:extLst>
      <p:ext uri="{BB962C8B-B14F-4D97-AF65-F5344CB8AC3E}">
        <p14:creationId xmlns:p14="http://schemas.microsoft.com/office/powerpoint/2010/main" val="14991807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87624-D022-4998-3531-3C5E379FFF24}"/>
              </a:ext>
            </a:extLst>
          </p:cNvPr>
          <p:cNvSpPr>
            <a:spLocks noGrp="1"/>
          </p:cNvSpPr>
          <p:nvPr>
            <p:ph type="ctrTitle"/>
          </p:nvPr>
        </p:nvSpPr>
        <p:spPr>
          <a:xfrm>
            <a:off x="533400" y="1143000"/>
            <a:ext cx="8576636" cy="5271008"/>
          </a:xfrm>
        </p:spPr>
        <p:txBody>
          <a:bodyPr anchor="b">
            <a:normAutofit/>
          </a:bodyPr>
          <a:lstStyle/>
          <a:p>
            <a:r>
              <a:rPr lang="en-US"/>
              <a:t>Summary and Wrap-Up</a:t>
            </a:r>
          </a:p>
        </p:txBody>
      </p:sp>
    </p:spTree>
    <p:extLst>
      <p:ext uri="{BB962C8B-B14F-4D97-AF65-F5344CB8AC3E}">
        <p14:creationId xmlns:p14="http://schemas.microsoft.com/office/powerpoint/2010/main" val="28085110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2724F-C045-8B6A-058E-85C31018102A}"/>
              </a:ext>
            </a:extLst>
          </p:cNvPr>
          <p:cNvSpPr>
            <a:spLocks noGrp="1"/>
          </p:cNvSpPr>
          <p:nvPr>
            <p:ph type="title"/>
          </p:nvPr>
        </p:nvSpPr>
        <p:spPr>
          <a:xfrm>
            <a:off x="533399" y="1016955"/>
            <a:ext cx="4810129" cy="1269482"/>
          </a:xfrm>
        </p:spPr>
        <p:txBody>
          <a:bodyPr anchor="t">
            <a:normAutofit/>
          </a:bodyPr>
          <a:lstStyle/>
          <a:p>
            <a:r>
              <a:rPr lang="en-US" sz="3300"/>
              <a:t>Key Takeaways and Final Thoughts</a:t>
            </a:r>
          </a:p>
        </p:txBody>
      </p:sp>
      <p:pic>
        <p:nvPicPr>
          <p:cNvPr id="5" name="Content Placeholder 4" descr="Modern server room interior in datacenter">
            <a:extLst>
              <a:ext uri="{FF2B5EF4-FFF2-40B4-BE49-F238E27FC236}">
                <a16:creationId xmlns:a16="http://schemas.microsoft.com/office/drawing/2014/main" id="{9B6328CA-5984-4399-9EFE-FFEF4EB757EF}"/>
              </a:ext>
            </a:extLst>
          </p:cNvPr>
          <p:cNvPicPr>
            <a:picLocks noGrp="1" noChangeAspect="1"/>
          </p:cNvPicPr>
          <p:nvPr>
            <p:ph type="pic" sz="quarter" idx="13"/>
          </p:nvPr>
        </p:nvPicPr>
        <p:blipFill>
          <a:blip r:embed="rId3"/>
          <a:srcRect l="35979" r="28331"/>
          <a:stretch>
            <a:fillRect/>
          </a:stretch>
        </p:blipFill>
        <p:spPr>
          <a:xfrm>
            <a:off x="634030" y="2495234"/>
            <a:ext cx="4709498" cy="3727766"/>
          </a:xfrm>
          <a:prstGeom prst="rect">
            <a:avLst/>
          </a:prstGeom>
          <a:noFill/>
        </p:spPr>
      </p:pic>
      <p:sp>
        <p:nvSpPr>
          <p:cNvPr id="4" name="Content Placeholder 3">
            <a:extLst>
              <a:ext uri="{FF2B5EF4-FFF2-40B4-BE49-F238E27FC236}">
                <a16:creationId xmlns:a16="http://schemas.microsoft.com/office/drawing/2014/main" id="{395BE8A1-7BBB-DFC5-FA06-4C0CF2A46D3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1010614"/>
            <a:ext cx="5753037" cy="5212386"/>
          </a:xfrm>
        </p:spPr>
        <p:txBody>
          <a:bodyPr>
            <a:normAutofit/>
          </a:bodyPr>
          <a:lstStyle/>
          <a:p>
            <a:pPr marL="0" indent="0">
              <a:spcBef>
                <a:spcPts val="2500"/>
              </a:spcBef>
              <a:buFont typeface="Arial" panose="020B0604020202020204" pitchFamily="34" charset="0"/>
              <a:buNone/>
            </a:pPr>
            <a:r>
              <a:rPr lang="en-US" b="1"/>
              <a:t>Understanding Arrays</a:t>
            </a:r>
          </a:p>
          <a:p>
            <a:pPr marL="0" lvl="1" indent="0">
              <a:buFont typeface="Arial" panose="020B0604020202020204" pitchFamily="34" charset="0"/>
              <a:buNone/>
            </a:pPr>
            <a:r>
              <a:t>Arrays are dynamic lists for storing ordered data efficiently in Python programming.</a:t>
            </a:r>
            <a:endParaRPr lang="en-US"/>
          </a:p>
          <a:p>
            <a:pPr marL="0" indent="0">
              <a:spcBef>
                <a:spcPts val="2500"/>
              </a:spcBef>
              <a:buFont typeface="Arial" panose="020B0604020202020204" pitchFamily="34" charset="0"/>
              <a:buNone/>
            </a:pPr>
            <a:r>
              <a:rPr lang="en-US" b="1"/>
              <a:t>Stacks and LIFO Principle</a:t>
            </a:r>
          </a:p>
          <a:p>
            <a:pPr marL="0" lvl="1" indent="0">
              <a:buFont typeface="Arial" panose="020B0604020202020204" pitchFamily="34" charset="0"/>
              <a:buNone/>
            </a:pPr>
            <a:r>
              <a:t>Stacks follow Last-In-First-Out to control access and manage data effectively.</a:t>
            </a:r>
            <a:endParaRPr lang="en-US"/>
          </a:p>
          <a:p>
            <a:pPr marL="0" indent="0">
              <a:spcBef>
                <a:spcPts val="2500"/>
              </a:spcBef>
              <a:buFont typeface="Arial" panose="020B0604020202020204" pitchFamily="34" charset="0"/>
              <a:buNone/>
            </a:pPr>
            <a:r>
              <a:rPr lang="en-US" b="1"/>
              <a:t>Queues and FIFO Principle</a:t>
            </a:r>
          </a:p>
          <a:p>
            <a:pPr marL="0" lvl="1" indent="0">
              <a:buFont typeface="Arial" panose="020B0604020202020204" pitchFamily="34" charset="0"/>
              <a:buNone/>
            </a:pPr>
            <a:r>
              <a:t>Queues implement First-In-First-Out for orderly data processing in programs.</a:t>
            </a:r>
            <a:endParaRPr lang="en-US"/>
          </a:p>
          <a:p>
            <a:pPr marL="0" indent="0">
              <a:spcBef>
                <a:spcPts val="2500"/>
              </a:spcBef>
              <a:buFont typeface="Arial" panose="020B0604020202020204" pitchFamily="34" charset="0"/>
              <a:buNone/>
            </a:pPr>
            <a:r>
              <a:rPr lang="en-US" b="1"/>
              <a:t>Importance of Naming Conventions</a:t>
            </a:r>
          </a:p>
          <a:p>
            <a:pPr marL="0" lvl="1" indent="0">
              <a:buFont typeface="Arial" panose="020B0604020202020204" pitchFamily="34" charset="0"/>
              <a:buNone/>
            </a:pPr>
            <a:r>
              <a:t>Naming conventions enhance code clarity and maintainability for better programming practice.</a:t>
            </a:r>
            <a:endParaRPr lang="en-US"/>
          </a:p>
        </p:txBody>
      </p:sp>
    </p:spTree>
    <p:extLst>
      <p:ext uri="{BB962C8B-B14F-4D97-AF65-F5344CB8AC3E}">
        <p14:creationId xmlns:p14="http://schemas.microsoft.com/office/powerpoint/2010/main" val="3326749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Modulo">
  <a:themeElements>
    <a:clrScheme name="Project Status Report">
      <a:dk1>
        <a:srgbClr val="000000"/>
      </a:dk1>
      <a:lt1>
        <a:srgbClr val="FFFFFF"/>
      </a:lt1>
      <a:dk2>
        <a:srgbClr val="3B4546"/>
      </a:dk2>
      <a:lt2>
        <a:srgbClr val="E7E6E6"/>
      </a:lt2>
      <a:accent1>
        <a:srgbClr val="B36041"/>
      </a:accent1>
      <a:accent2>
        <a:srgbClr val="6F8185"/>
      </a:accent2>
      <a:accent3>
        <a:srgbClr val="C78F8F"/>
      </a:accent3>
      <a:accent4>
        <a:srgbClr val="647961"/>
      </a:accent4>
      <a:accent5>
        <a:srgbClr val="B09C54"/>
      </a:accent5>
      <a:accent6>
        <a:srgbClr val="9AA749"/>
      </a:accent6>
      <a:hlink>
        <a:srgbClr val="75A073"/>
      </a:hlink>
      <a:folHlink>
        <a:srgbClr val="BD9C5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ulo_Copilot Layouts_win32_SD_V6" id="{49C5632F-1D3A-4333-ABAA-E3191A9D5D1B}" vid="{9EF76739-2083-4254-82E9-ECA94F6BD3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66CE19-BB35-48A2-AFDA-766E833300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B99ED26-B189-4BA1-99D0-1112D8C2F106}">
  <ds:schemaRefs>
    <ds:schemaRef ds:uri="http://purl.org/dc/dcmitype/"/>
    <ds:schemaRef ds:uri="http://schemas.microsoft.com/office/2006/metadata/properties"/>
    <ds:schemaRef ds:uri="http://schemas.microsoft.com/office/infopath/2007/PartnerControls"/>
    <ds:schemaRef ds:uri="http://purl.org/dc/terms/"/>
    <ds:schemaRef ds:uri="http://purl.org/dc/elements/1.1/"/>
    <ds:schemaRef ds:uri="http://schemas.microsoft.com/office/2006/documentManagement/types"/>
    <ds:schemaRef ds:uri="http://schemas.microsoft.com/sharepoint/v3"/>
    <ds:schemaRef ds:uri="http://schemas.openxmlformats.org/package/2006/metadata/core-properties"/>
    <ds:schemaRef ds:uri="16c05727-aa75-4e4a-9b5f-8a80a1165891"/>
    <ds:schemaRef ds:uri="230e9df3-be65-4c73-a93b-d1236ebd677e"/>
    <ds:schemaRef ds:uri="71af3243-3dd4-4a8d-8c0d-dd76da1f02a5"/>
    <ds:schemaRef ds:uri="http://www.w3.org/XML/1998/namespace"/>
  </ds:schemaRefs>
</ds:datastoreItem>
</file>

<file path=customXml/itemProps3.xml><?xml version="1.0" encoding="utf-8"?>
<ds:datastoreItem xmlns:ds="http://schemas.openxmlformats.org/officeDocument/2006/customXml" ds:itemID="{38E339AF-67FC-4BA3-8B2E-038B3ED310D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230</TotalTime>
  <Words>4</Words>
  <Application>Microsoft Office PowerPoint</Application>
  <PresentationFormat>Widescreen</PresentationFormat>
  <Paragraphs>2</Paragraphs>
  <Slides>17</Slides>
  <Notes>17</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Modulo</vt:lpstr>
      <vt:lpstr>Revision: Arrays, Stacks, Queues &amp; Naming Conventions</vt:lpstr>
      <vt:lpstr>Introduction and Objectives</vt:lpstr>
      <vt:lpstr>Session Overview and Learning Goals</vt:lpstr>
      <vt:lpstr>Arrays in Python</vt:lpstr>
      <vt:lpstr>Understanding Arrays and Their Operations</vt:lpstr>
      <vt:lpstr>Activity: Array Manipulation in Python</vt:lpstr>
      <vt:lpstr>Stacks</vt:lpstr>
      <vt:lpstr>Concept and Implementation of Stacks</vt:lpstr>
      <vt:lpstr>Activity: Implementing Stack Operations</vt:lpstr>
      <vt:lpstr>Queues</vt:lpstr>
      <vt:lpstr>Concept and Implementation of Queues</vt:lpstr>
      <vt:lpstr>Activity: Building a Queue in Python</vt:lpstr>
      <vt:lpstr>Naming Conventions</vt:lpstr>
      <vt:lpstr>Best Practices for Naming in Python</vt:lpstr>
      <vt:lpstr>Activity: Improving Code Readability</vt:lpstr>
      <vt:lpstr>Summary and Wrap-Up</vt:lpstr>
      <vt:lpstr>Key Takeaways and Final Thoughts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dcterms:created xsi:type="dcterms:W3CDTF">2025-05-21T23:03:00Z</dcterms:created>
  <dcterms:modified xsi:type="dcterms:W3CDTF">2025-12-02T19:01:54Z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